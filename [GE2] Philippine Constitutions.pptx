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tags+xml" PartName="/ppt/tags/tag3.xml"/>
  <Override ContentType="application/vnd.openxmlformats-officedocument.presentationml.slide+xml" PartName="/ppt/slides/slide1.xml"/>
  <Override ContentType="application/vnd.openxmlformats-officedocument.presentationml.tags+xml" PartName="/ppt/tags/tag4.xml"/>
  <Override ContentType="application/vnd.openxmlformats-officedocument.presentationml.slide+xml" PartName="/ppt/slides/slide2.xml"/>
  <Override ContentType="application/vnd.openxmlformats-officedocument.presentationml.tags+xml" PartName="/ppt/tags/tag5.xml"/>
  <Override ContentType="application/vnd.openxmlformats-officedocument.presentationml.slide+xml" PartName="/ppt/slides/slide3.xml"/>
  <Override ContentType="application/vnd.openxmlformats-officedocument.presentationml.tags+xml" PartName="/ppt/tags/tag6.xml"/>
  <Override ContentType="application/vnd.openxmlformats-officedocument.presentationml.tags+xml" PartName="/ppt/tags/tag7.xml"/>
  <Override ContentType="application/vnd.openxmlformats-officedocument.presentationml.tags+xml" PartName="/ppt/tags/tag8.xml"/>
  <Override ContentType="application/vnd.openxmlformats-officedocument.presentationml.tags+xml" PartName="/ppt/tags/tag9.xml"/>
  <Override ContentType="application/vnd.openxmlformats-officedocument.presentationml.tags+xml" PartName="/ppt/tags/tag10.xml"/>
  <Override ContentType="application/vnd.openxmlformats-officedocument.presentationml.tags+xml" PartName="/ppt/tags/tag11.xml"/>
  <Override ContentType="application/vnd.openxmlformats-officedocument.presentationml.tags+xml" PartName="/ppt/tags/tag12.xml"/>
  <Override ContentType="application/vnd.openxmlformats-officedocument.presentationml.tags+xml" PartName="/ppt/tags/tag13.xml"/>
  <Override ContentType="application/vnd.openxmlformats-officedocument.presentationml.tags+xml" PartName="/ppt/tags/tag14.xml"/>
  <Override ContentType="application/vnd.openxmlformats-officedocument.presentationml.slide+xml" PartName="/ppt/slides/slide4.xml"/>
  <Override ContentType="application/vnd.openxmlformats-officedocument.presentationml.tags+xml" PartName="/ppt/tags/tag16.xml"/>
  <Override ContentType="application/vnd.openxmlformats-officedocument.presentationml.tags+xml" PartName="/ppt/tags/tag15.xml"/>
  <Override ContentType="application/vnd.openxmlformats-officedocument.presentationml.slide+xml" PartName="/ppt/slides/slide5.xml"/>
  <Override ContentType="application/vnd.openxmlformats-officedocument.presentationml.tags+xml" PartName="/ppt/tags/tag17.xml"/>
  <Override ContentType="application/vnd.openxmlformats-officedocument.presentationml.slide+xml" PartName="/ppt/slides/slide6.xml"/>
  <Override ContentType="application/vnd.openxmlformats-officedocument.presentationml.tags+xml" PartName="/ppt/tags/tag18.xml"/>
  <Override ContentType="application/vnd.openxmlformats-officedocument.presentationml.slide+xml" PartName="/ppt/slides/slide7.xml"/>
  <Override ContentType="application/vnd.openxmlformats-officedocument.presentationml.tags+xml" PartName="/ppt/tags/tag19.xml"/>
  <Override ContentType="application/vnd.openxmlformats-officedocument.presentationml.tags+xml" PartName="/ppt/tags/tag20.xml"/>
  <Override ContentType="application/vnd.openxmlformats-officedocument.presentationml.slide+xml" PartName="/ppt/slides/slide8.xml"/>
  <Override ContentType="application/vnd.openxmlformats-officedocument.presentationml.tags+xml" PartName="/ppt/tags/tag21.xml"/>
  <Override ContentType="application/vnd.openxmlformats-officedocument.presentationml.slide+xml" PartName="/ppt/slides/slide9.xml"/>
  <Override ContentType="application/vnd.openxmlformats-officedocument.presentationml.tags+xml" PartName="/ppt/tags/tag22.xml"/>
  <Override ContentType="application/vnd.openxmlformats-officedocument.presentationml.slide+xml" PartName="/ppt/slides/slide10.xml"/>
  <Override ContentType="application/vnd.openxmlformats-officedocument.presentationml.tags+xml" PartName="/ppt/tags/tag23.xml"/>
  <Override ContentType="application/vnd.openxmlformats-officedocument.presentationml.slide+xml" PartName="/ppt/slides/slide11.xml"/>
  <Override ContentType="application/vnd.openxmlformats-officedocument.presentationml.tags+xml" PartName="/ppt/tags/tag24.xml"/>
  <Override ContentType="application/vnd.openxmlformats-officedocument.presentationml.slide+xml" PartName="/ppt/slides/slide12.xml"/>
  <Override ContentType="application/vnd.openxmlformats-officedocument.presentationml.tags+xml" PartName="/ppt/tags/tag25.xml"/>
  <Override ContentType="application/vnd.openxmlformats-officedocument.presentationml.slide+xml" PartName="/ppt/slides/slide13.xml"/>
  <Override ContentType="application/vnd.openxmlformats-officedocument.presentationml.tags+xml" PartName="/ppt/tags/tag26.xml"/>
  <Override ContentType="application/vnd.openxmlformats-officedocument.presentationml.slide+xml" PartName="/ppt/slides/slide14.xml"/>
  <Override ContentType="application/vnd.openxmlformats-officedocument.presentationml.tags+xml" PartName="/ppt/tags/tag27.xml"/>
  <Override ContentType="application/vnd.openxmlformats-officedocument.presentationml.slide+xml" PartName="/ppt/slides/slide15.xml"/>
  <Override ContentType="application/vnd.openxmlformats-officedocument.presentationml.tags+xml" PartName="/ppt/tags/tag28.xml"/>
  <Override ContentType="application/vnd.openxmlformats-officedocument.presentationml.slide+xml" PartName="/ppt/slides/slide16.xml"/>
  <Override ContentType="application/vnd.openxmlformats-officedocument.presentationml.tags+xml" PartName="/ppt/tags/tag29.xml"/>
  <Override ContentType="application/vnd.openxmlformats-officedocument.presentationml.slide+xml" PartName="/ppt/slides/slide17.xml"/>
  <Override ContentType="application/vnd.openxmlformats-officedocument.presentationml.tags+xml" PartName="/ppt/tags/tag30.xml"/>
  <Override ContentType="application/vnd.openxmlformats-officedocument.presentationml.slide+xml" PartName="/ppt/slides/slide18.xml"/>
  <Override ContentType="application/vnd.openxmlformats-officedocument.presentationml.tags+xml" PartName="/ppt/tags/tag31.xml"/>
  <Override ContentType="application/vnd.openxmlformats-officedocument.presentationml.slide+xml" PartName="/ppt/slides/slide19.xml"/>
  <Override ContentType="application/vnd.openxmlformats-officedocument.presentationml.tags+xml" PartName="/ppt/tags/tag32.xml"/>
  <Override ContentType="application/vnd.openxmlformats-officedocument.presentationml.slide+xml" PartName="/ppt/slides/slide20.xml"/>
  <Override ContentType="application/vnd.openxmlformats-officedocument.presentationml.tags+xml" PartName="/ppt/tags/tag33.xml"/>
  <Override ContentType="application/vnd.openxmlformats-officedocument.presentationml.slide+xml" PartName="/ppt/slides/slide21.xml"/>
  <Override ContentType="application/vnd.openxmlformats-officedocument.presentationml.tags+xml" PartName="/ppt/tags/tag34.xml"/>
  <Override ContentType="application/vnd.openxmlformats-officedocument.presentationml.slide+xml" PartName="/ppt/slides/slide22.xml"/>
  <Override ContentType="application/vnd.openxmlformats-officedocument.presentationml.tags+xml" PartName="/ppt/tags/tag35.xml"/>
  <Override ContentType="application/vnd.openxmlformats-officedocument.presentationml.slide+xml" PartName="/ppt/slides/slide23.xml"/>
  <Override ContentType="application/vnd.openxmlformats-officedocument.presentationml.tags+xml" PartName="/ppt/tags/tag36.xml"/>
  <Override ContentType="application/vnd.openxmlformats-officedocument.presentationml.slide+xml" PartName="/ppt/slides/slide24.xml"/>
  <Override ContentType="application/vnd.openxmlformats-officedocument.presentationml.tags+xml" PartName="/ppt/tags/tag37.xml"/>
  <Override ContentType="application/vnd.openxmlformats-officedocument.presentationml.slide+xml" PartName="/ppt/slides/slide25.xml"/>
  <Override ContentType="application/vnd.openxmlformats-officedocument.presentationml.tags+xml" PartName="/ppt/tags/tag38.xml"/>
  <Override ContentType="application/vnd.openxmlformats-officedocument.presentationml.slide+xml" PartName="/ppt/slides/slide26.xml"/>
  <Override ContentType="application/vnd.openxmlformats-officedocument.presentationml.tags+xml" PartName="/ppt/tags/tag39.xml"/>
  <Override ContentType="application/vnd.openxmlformats-officedocument.presentationml.slide+xml" PartName="/ppt/slides/slide27.xml"/>
  <Override ContentType="application/vnd.openxmlformats-officedocument.presentationml.tags+xml" PartName="/ppt/tags/tag40.xml"/>
  <Override ContentType="application/vnd.openxmlformats-officedocument.presentationml.slide+xml" PartName="/ppt/slides/slide28.xml"/>
  <Override ContentType="application/vnd.openxmlformats-officedocument.presentationml.tags+xml" PartName="/ppt/tags/tag41.xml"/>
  <Override ContentType="application/vnd.openxmlformats-officedocument.presentationml.slide+xml" PartName="/ppt/slides/slide29.xml"/>
  <Override ContentType="application/vnd.openxmlformats-officedocument.presentationml.tags+xml" PartName="/ppt/tags/tag42.xml"/>
  <Override ContentType="application/vnd.openxmlformats-officedocument.presentationml.slide+xml" PartName="/ppt/slides/slide30.xml"/>
  <Override ContentType="application/vnd.openxmlformats-officedocument.presentationml.tags+xml" PartName="/ppt/tags/tag43.xml"/>
  <Override ContentType="application/vnd.openxmlformats-officedocument.presentationml.slide+xml" PartName="/ppt/slides/slide31.xml"/>
  <Override ContentType="application/vnd.openxmlformats-officedocument.presentationml.tags+xml" PartName="/ppt/tags/tag44.xml"/>
  <Override ContentType="application/vnd.openxmlformats-officedocument.presentationml.slide+xml" PartName="/ppt/slides/slide32.xml"/>
  <Override ContentType="application/vnd.openxmlformats-officedocument.presentationml.tags+xml" PartName="/ppt/tags/tag45.xml"/>
  <Override ContentType="application/vnd.openxmlformats-officedocument.presentationml.slide+xml" PartName="/ppt/slides/slide33.xml"/>
  <Override ContentType="application/vnd.openxmlformats-officedocument.presentationml.tableStyles+xml" PartName="/ppt/tableStyles.xml"/>
  <Default ContentType="image/png" Extension="png"/>
  <Default ContentType="image/jpeg" Extension="jpeg"/>
  <Override ContentType="application/x-fontdata" PartName="/ppt/fonts/font1.fntdata"/>
  <Override ContentType="application/x-fontdata" PartName="/ppt/fonts/font2.fntdata"/>
  <Override ContentType="application/x-fontdata" PartName="/ppt/fonts/font3.fntdata"/>
  <Override ContentType="application/x-fontdata" PartName="/ppt/fonts/font4.fntdata"/>
  <Override ContentType="application/x-fontdata" PartName="/ppt/fonts/font5.fntdata"/>
  <Override ContentType="application/x-fontdata" PartName="/ppt/fonts/font6.fntdata"/>
  <Override ContentType="application/x-fontdata" PartName="/ppt/fonts/font7.fntdata"/>
  <Override ContentType="application/x-fontdata" PartName="/ppt/fonts/font8.fntdata"/>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jpeg" Type="http://schemas.openxmlformats.org/officeDocument/2006/relationships/image"/><Relationship Id="rId2" Target="/ppt/media/image2.png" Type="http://schemas.openxmlformats.org/officeDocument/2006/relationships/image"/><Relationship Id="rId3" Target="ppt/media/img_cc_black.png" Type="http://schemas.openxmlformats.org/officeDocument/2006/relationships/image"/><Relationship Id="rId4" Target="ppt/presentation.xml" Type="http://schemas.openxmlformats.org/officeDocument/2006/relationships/officeDocument"/><Relationship Id="rId5" Target="docProps/core.xml" Type="http://schemas.openxmlformats.org/package/2006/relationships/metadata/core-properties"/><Relationship Id="rId6"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9144000" cy="5143500" type="screen16x9"/>
  <p:notesSz cx="9144000" cy="5143500"/>
  <p:embeddedFontLst>
    <p:embeddedFont>
      <p:font typeface="Roboto"/>
      <p:regular r:id="rId39"/>
    </p:embeddedFont>
    <p:embeddedFont>
      <p:font typeface="Michroma"/>
      <p:bold r:id="rId40"/>
    </p:embeddedFont>
    <p:embeddedFont>
      <p:font typeface="Oregano"/>
      <p:regular r:id="rId41"/>
    </p:embeddedFont>
    <p:embeddedFont>
      <p:font typeface="Otama ep"/>
      <p:regular r:id="rId42"/>
    </p:embeddedFont>
    <p:embeddedFont>
      <p:font typeface="Old Standard TT"/>
      <p:regular r:id="rId43"/>
      <p:bold r:id="rId44"/>
    </p:embeddedFont>
    <p:embeddedFont>
      <p:font typeface="Open Sans"/>
      <p:regular r:id="rId45"/>
      <p:bold r:id="rId46"/>
    </p:embeddedFont>
  </p:embeddedFontLst>
  <p:custDataLst/>
  <p:defaultTextStyle>
    <a:defPPr>
      <a:defRPr lang="en-US"/>
    </a:defPPr>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loop="false"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0" Target="slides/slide16.xml" Type="http://schemas.openxmlformats.org/officeDocument/2006/relationships/slide"/><Relationship Id="rId21" Target="slides/slide17.xml" Type="http://schemas.openxmlformats.org/officeDocument/2006/relationships/slide"/><Relationship Id="rId22" Target="slides/slide18.xml" Type="http://schemas.openxmlformats.org/officeDocument/2006/relationships/slide"/><Relationship Id="rId23" Target="slides/slide19.xml" Type="http://schemas.openxmlformats.org/officeDocument/2006/relationships/slide"/><Relationship Id="rId24" Target="slides/slide20.xml" Type="http://schemas.openxmlformats.org/officeDocument/2006/relationships/slide"/><Relationship Id="rId25" Target="slides/slide21.xml" Type="http://schemas.openxmlformats.org/officeDocument/2006/relationships/slide"/><Relationship Id="rId26" Target="slides/slide22.xml" Type="http://schemas.openxmlformats.org/officeDocument/2006/relationships/slide"/><Relationship Id="rId27" Target="slides/slide23.xml" Type="http://schemas.openxmlformats.org/officeDocument/2006/relationships/slide"/><Relationship Id="rId28" Target="slides/slide24.xml" Type="http://schemas.openxmlformats.org/officeDocument/2006/relationships/slide"/><Relationship Id="rId29" Target="slides/slide25.xml" Type="http://schemas.openxmlformats.org/officeDocument/2006/relationships/slide"/><Relationship Id="rId30" Target="slides/slide26.xml" Type="http://schemas.openxmlformats.org/officeDocument/2006/relationships/slide"/><Relationship Id="rId31" Target="slides/slide27.xml" Type="http://schemas.openxmlformats.org/officeDocument/2006/relationships/slide"/><Relationship Id="rId32" Target="slides/slide28.xml" Type="http://schemas.openxmlformats.org/officeDocument/2006/relationships/slide"/><Relationship Id="rId33" Target="slides/slide29.xml" Type="http://schemas.openxmlformats.org/officeDocument/2006/relationships/slide"/><Relationship Id="rId34" Target="slides/slide30.xml" Type="http://schemas.openxmlformats.org/officeDocument/2006/relationships/slide"/><Relationship Id="rId35" Target="slides/slide31.xml" Type="http://schemas.openxmlformats.org/officeDocument/2006/relationships/slide"/><Relationship Id="rId36" Target="slides/slide32.xml" Type="http://schemas.openxmlformats.org/officeDocument/2006/relationships/slide"/><Relationship Id="rId37" Target="slides/slide33.xml" Type="http://schemas.openxmlformats.org/officeDocument/2006/relationships/slide"/><Relationship Id="rId38" Target="tableStyles.xml" Type="http://schemas.openxmlformats.org/officeDocument/2006/relationships/tableStyles"/><Relationship Id="rId39" Target="fonts/font1.fntdata" Type="http://schemas.openxmlformats.org/officeDocument/2006/relationships/font"/><Relationship Id="rId40" Target="fonts/font2.fntdata" Type="http://schemas.openxmlformats.org/officeDocument/2006/relationships/font"/><Relationship Id="rId41" Target="fonts/font3.fntdata" Type="http://schemas.openxmlformats.org/officeDocument/2006/relationships/font"/><Relationship Id="rId42" Target="fonts/font4.fntdata" Type="http://schemas.openxmlformats.org/officeDocument/2006/relationships/font"/><Relationship Id="rId43" Target="fonts/font5.fntdata" Type="http://schemas.openxmlformats.org/officeDocument/2006/relationships/font"/><Relationship Id="rId44" Target="fonts/font6.fntdata" Type="http://schemas.openxmlformats.org/officeDocument/2006/relationships/font"/><Relationship Id="rId45" Target="fonts/font7.fntdata" Type="http://schemas.openxmlformats.org/officeDocument/2006/relationships/font"/><Relationship Id="rId46" Target="fonts/font8.fntdata" Type="http://schemas.openxmlformats.org/officeDocument/2006/relationships/font"/><Relationship Id="rId47" Target="presProps.xml" Type="http://schemas.openxmlformats.org/officeDocument/2006/relationships/presProps"/><Relationship Id="rId48"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2" Target="../tags/tag1.xml" Type="http://schemas.openxmlformats.org/officeDocument/2006/relationships/tag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2" Target="../tags/tag2.xml" Type="http://schemas.openxmlformats.org/officeDocument/2006/relationships/tag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title">
  <p:cSld name="Title Slide">
    <p:spTree>
      <p:nvGrpSpPr>
        <p:cNvPr id="1" name=""/>
        <p:cNvGrpSpPr/>
        <p:nvPr/>
      </p:nvGrpSpPr>
      <p:grpSpPr>
        <a:xfrm>
          <a:off x="0" y="0"/>
          <a:ext cx="0" cy="0"/>
          <a:chOff x="0" y="0"/>
          <a:chExt cx="0" cy="0"/>
        </a:xfrm>
      </p:grpSpPr>
      <p:sp>
        <p:nvSpPr>
          <p:cNvPr id="2" name="Title 1">
            <a:extLst>
              <a:ext uri="{CB95259C-7D18-4A1A-8B33-ADA96FEDF08C}">
                <a16:creationId xmlns:a16="http://schemas.microsoft.com/office/drawing/2010/main" id="{E6FBB98A-DA74-4CBA-9734-F5EDB92D5C50}"/>
              </a:ext>
            </a:extLst>
          </p:cNvPr>
          <p:cNvSpPr>
            <a:spLocks noGrp="true"/>
          </p:cNvSpPr>
          <p:nvPr>
            <p:ph type="title"/>
          </p:nvPr>
        </p:nvSpPr>
        <p:spPr>
          <a:xfrm rot="0">
            <a:off x="1351643" y="2271771"/>
            <a:ext cx="6436178" cy="776702"/>
          </a:xfrm>
          <a:prstGeom prst="rect">
            <a:avLst/>
          </a:prstGeom>
        </p:spPr>
        <p:txBody>
          <a:bodyPr anchor="b" rtlCol="0"/>
          <a:lstStyle>
            <a:lvl1pPr algn="ctr" lvl="0">
              <a:defRPr dirty="0" lang="en-US" sz="4400"/>
            </a:lvl1pPr>
          </a:lstStyle>
          <a:p>
            <a:pPr/>
            <a:r>
              <a:rPr dirty="0" lang="en-US"/>
              <a:t>Click to edit Master title style</a:t>
            </a:r>
            <a:endParaRPr dirty="0" lang="en-US"/>
          </a:p>
        </p:txBody>
      </p:sp>
      <p:sp>
        <p:nvSpPr>
          <p:cNvPr id="3" name="Subtitle 2">
            <a:extLst>
              <a:ext uri="{5DD20233-6DA3-4730-A0F6-55D167E0860A}">
                <a16:creationId xmlns:a16="http://schemas.microsoft.com/office/drawing/2010/main" id="{0DB201C9-6BEA-4AAB-BA56-B1A84B0FE8F8}"/>
              </a:ext>
            </a:extLst>
          </p:cNvPr>
          <p:cNvSpPr>
            <a:spLocks noGrp="true"/>
          </p:cNvSpPr>
          <p:nvPr>
            <p:ph idx="1" type="subTitle"/>
          </p:nvPr>
        </p:nvSpPr>
        <p:spPr>
          <a:xfrm rot="0">
            <a:off x="1351643" y="3056695"/>
            <a:ext cx="6436178" cy="494945"/>
          </a:xfrm>
          <a:prstGeom prst="rect">
            <a:avLst/>
          </a:prstGeom>
        </p:spPr>
        <p:txBody>
          <a:bodyPr anchor="t" lIns="91440" rtlCol="0">
            <a:noAutofit/>
          </a:bodyPr>
          <a:lstStyle>
            <a:lvl1pPr algn="ctr" indent="0" lvl="0" marL="0">
              <a:lnSpc>
                <a:spcPct val="100000"/>
              </a:lnSpc>
              <a:spcBef>
                <a:spcPts val="0"/>
              </a:spcBef>
              <a:buNone/>
              <a:defRPr b="0" baseline="0" dirty="0" i="0" lang="en-US" sz="1400">
                <a:solidFill>
                  <a:schemeClr val="accent1"/>
                </a:solidFill>
                <a:latin typeface="+mn-lt"/>
              </a:defRPr>
            </a:lvl1pPr>
            <a:lvl2pPr algn="ctr" indent="0" lvl="1" marL="457200">
              <a:buNone/>
              <a:defRPr dirty="0" lang="en-US">
                <a:solidFill>
                  <a:schemeClr val="tx1">
                    <a:tint val="75000"/>
                  </a:schemeClr>
                </a:solidFill>
              </a:defRPr>
            </a:lvl2pPr>
            <a:lvl3pPr algn="ctr" indent="0" lvl="2" marL="914400">
              <a:buNone/>
              <a:defRPr dirty="0" lang="en-US">
                <a:solidFill>
                  <a:schemeClr val="tx1">
                    <a:tint val="75000"/>
                  </a:schemeClr>
                </a:solidFill>
              </a:defRPr>
            </a:lvl3pPr>
            <a:lvl4pPr algn="ctr" indent="0" lvl="3" marL="1371600">
              <a:buNone/>
              <a:defRPr dirty="0" lang="en-US">
                <a:solidFill>
                  <a:schemeClr val="tx1">
                    <a:tint val="75000"/>
                  </a:schemeClr>
                </a:solidFill>
              </a:defRPr>
            </a:lvl4pPr>
            <a:lvl5pPr algn="ctr" indent="0" lvl="4" marL="1828800">
              <a:buNone/>
              <a:defRPr dirty="0" lang="en-US">
                <a:solidFill>
                  <a:schemeClr val="tx1">
                    <a:tint val="75000"/>
                  </a:schemeClr>
                </a:solidFill>
              </a:defRPr>
            </a:lvl5pPr>
            <a:lvl6pPr algn="ctr" indent="0" lvl="5" marL="2286000">
              <a:buNone/>
              <a:defRPr dirty="0" lang="en-US">
                <a:solidFill>
                  <a:schemeClr val="tx1">
                    <a:tint val="75000"/>
                  </a:schemeClr>
                </a:solidFill>
              </a:defRPr>
            </a:lvl6pPr>
            <a:lvl7pPr algn="ctr" indent="0" lvl="6" marL="2743200">
              <a:buNone/>
              <a:defRPr dirty="0" lang="en-US">
                <a:solidFill>
                  <a:schemeClr val="tx1">
                    <a:tint val="75000"/>
                  </a:schemeClr>
                </a:solidFill>
              </a:defRPr>
            </a:lvl7pPr>
            <a:lvl8pPr algn="ctr" indent="0" lvl="7" marL="3200400">
              <a:buNone/>
              <a:defRPr dirty="0" lang="en-US">
                <a:solidFill>
                  <a:schemeClr val="tx1">
                    <a:tint val="75000"/>
                  </a:schemeClr>
                </a:solidFill>
              </a:defRPr>
            </a:lvl8pPr>
            <a:lvl9pPr algn="ctr" indent="0" lvl="8" marL="3657600">
              <a:buNone/>
              <a:defRPr dirty="0" lang="en-US">
                <a:solidFill>
                  <a:schemeClr val="tx1">
                    <a:tint val="75000"/>
                  </a:schemeClr>
                </a:solidFill>
              </a:defRPr>
            </a:lvl9pPr>
          </a:lstStyle>
          <a:p>
            <a:pPr/>
            <a:r>
              <a:rPr dirty="0" lang="en-US"/>
              <a:t>Click to edit Master subtitle style</a:t>
            </a:r>
            <a:endParaRPr dirty="0" lang="en-US"/>
          </a:p>
        </p:txBody>
      </p:sp>
      <p:sp>
        <p:nvSpPr>
          <p:cNvPr id="4" name="Slide Number Placeholder 5">
            <a:extLst>
              <a:ext uri="{BF0C5C99-95BB-4CA0-B78A-E5BB69D225CF}">
                <a16:creationId xmlns:a16="http://schemas.microsoft.com/office/drawing/2010/main" id="{AEEAC237-5377-43EB-964A-FF0CCFA557D6}"/>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18DF6868-1A5C-4BF2-8FBF-A5FC5965AFA5}">
                <a16:creationId xmlns:a16="http://schemas.microsoft.com/office/drawing/2010/main" id="{E3942579-BEEB-421B-A24E-893A5ABFE37D}"/>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BF32C1E2-BBB4-4751-85C1-FD53BCE1A438}">
                <a16:creationId xmlns:a16="http://schemas.microsoft.com/office/drawing/2010/main" id="{79CAC736-46C7-45A2-86EB-1DBA46613A65}"/>
              </a:ext>
            </a:extLst>
          </p:cNvPr>
          <p:cNvSpPr>
            <a:spLocks noGrp="true"/>
          </p:cNvSpPr>
          <p:nvPr>
            <p:ph idx="10" sz="half" type="dt"/>
          </p:nvPr>
        </p:nvSpPr>
        <p:spPr/>
        <p:txBody>
          <a:bodyPr rtlCol="0"/>
          <a:lstStyle>
            <a:lvl1pPr lvl="0"/>
          </a:lstStyle>
          <a:p>
            <a:pPr/>
            <a:r>
              <a:rPr dirty="0" lang="en-US"/>
              <a:t>Date</a:t>
            </a:r>
            <a:endParaRPr dirty="0" lang="en-US"/>
          </a:p>
        </p:txBody>
      </p:sp>
    </p:spTree>
    <p:extLst>
      <p:ext uri="{A3A988F6-2138-448B-BC23-3F14489CF3D8}">
        <p14:creationId xmlns:p14="http://schemas.microsoft.com/office/powerpoint/2010/main" val="1732852587548"/>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Title 7">
            <a:extLst>
              <a:ext uri="{43658C57-F0D6-4652-AEDA-010B1195284B}">
                <a16:creationId xmlns:a16="http://schemas.microsoft.com/office/drawing/2010/main" id="{98F14EAE-9001-45DE-A188-96FC8CD258A7}"/>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F78A3E81-322C-46F2-8178-08F53CC0AC28}">
                <a16:creationId xmlns:a16="http://schemas.microsoft.com/office/drawing/2010/main" id="{895FFE11-9028-433F-9D37-CB5338E084FF}"/>
              </a:ext>
            </a:extLst>
          </p:cNvPr>
          <p:cNvSpPr>
            <a:spLocks noGrp="true"/>
          </p:cNvSpPr>
          <p:nvPr>
            <p:ph idx="1"/>
          </p:nvPr>
        </p:nvSpPr>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Slide Number Placeholder 4">
            <a:extLst>
              <a:ext uri="{B9D73B44-297D-4468-B2E2-F4E424630B11}">
                <a16:creationId xmlns:a16="http://schemas.microsoft.com/office/drawing/2010/main" id="{6599AFD9-4F97-4BC1-9E94-2074153E426E}"/>
              </a:ext>
            </a:extLst>
          </p:cNvPr>
          <p:cNvSpPr>
            <a:spLocks noGrp="true"/>
          </p:cNvSpPr>
          <p:nvPr>
            <p:ph idx="12" sz="quarter" type="sldNum"/>
          </p:nvPr>
        </p:nvSpPr>
        <p:spPr/>
        <p:txBody>
          <a:bodyPr rtlCol="0"/>
          <a:lstStyle/>
          <a:p>
            <a:pPr/>
            <a:r>
              <a:rPr dirty="0" lang="en-US"/>
              <a:t>&lt;#&gt;</a:t>
            </a:r>
            <a:endParaRPr dirty="0" lang="en-US"/>
          </a:p>
        </p:txBody>
      </p:sp>
      <p:sp>
        <p:nvSpPr>
          <p:cNvPr id="5" name="Footer Placeholder 3">
            <a:extLst>
              <a:ext uri="{D769264F-7113-4887-BF6B-1028F02172E0}">
                <a16:creationId xmlns:a16="http://schemas.microsoft.com/office/drawing/2010/main" id="{B68ADC3D-3794-4AB1-9165-A4021428ED1C}"/>
              </a:ext>
            </a:extLst>
          </p:cNvPr>
          <p:cNvSpPr>
            <a:spLocks noGrp="true"/>
          </p:cNvSpPr>
          <p:nvPr>
            <p:ph idx="11" sz="quarter" type="ftr"/>
          </p:nvPr>
        </p:nvSpPr>
        <p:spPr/>
        <p:txBody>
          <a:bodyPr rtlCol="0"/>
          <a:lstStyle/>
          <a:p>
            <a:pPr/>
            <a:r>
              <a:rPr dirty="0" lang="en-US"/>
              <a:t>Footer</a:t>
            </a:r>
            <a:endParaRPr dirty="0" lang="en-US"/>
          </a:p>
        </p:txBody>
      </p:sp>
      <p:sp>
        <p:nvSpPr>
          <p:cNvPr id="6" name="Date Placeholder 1">
            <a:extLst>
              <a:ext uri="{86723185-DF6E-4954-AE79-E15E06D86E74}">
                <a16:creationId xmlns:a16="http://schemas.microsoft.com/office/drawing/2010/main" id="{288982A4-DBD7-4AC0-A8DF-C372D2749874}"/>
              </a:ext>
            </a:extLst>
          </p:cNvPr>
          <p:cNvSpPr>
            <a:spLocks noGrp="true"/>
          </p:cNvSpPr>
          <p:nvPr>
            <p:ph idx="10" sz="half" type="dt"/>
          </p:nvPr>
        </p:nvSpPr>
        <p:spPr/>
        <p:txBody>
          <a:bodyPr rtlCol="0"/>
          <a:lstStyle/>
          <a:p>
            <a:pPr/>
            <a:r>
              <a:rPr dirty="0" lang="en-US"/>
              <a:t>Date</a:t>
            </a:r>
            <a:endParaRPr dirty="0" lang="en-US"/>
          </a:p>
        </p:txBody>
      </p:sp>
    </p:spTree>
    <p:extLst>
      <p:ext uri="{BE330D2E-24CB-4A07-B3C1-B6A89765A4D2}">
        <p14:creationId xmlns:p14="http://schemas.microsoft.com/office/powerpoint/2010/main" val="1732852587549"/>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secHead">
  <p:cSld name="Section Header">
    <p:spTree>
      <p:nvGrpSpPr>
        <p:cNvPr id="1" name=""/>
        <p:cNvGrpSpPr/>
        <p:nvPr/>
      </p:nvGrpSpPr>
      <p:grpSpPr>
        <a:xfrm>
          <a:off x="0" y="0"/>
          <a:ext cx="0" cy="0"/>
          <a:chOff x="0" y="0"/>
          <a:chExt cx="0" cy="0"/>
        </a:xfrm>
      </p:grpSpPr>
      <p:sp>
        <p:nvSpPr>
          <p:cNvPr id="2" name="Text Placeholder 2">
            <a:extLst>
              <a:ext uri="{95291AB2-B41B-457D-8976-E320C0607909}">
                <a16:creationId xmlns:a16="http://schemas.microsoft.com/office/drawing/2010/main" id="{65832FB1-0B3D-4ED5-91C4-07E22B22A37A}"/>
              </a:ext>
            </a:extLst>
          </p:cNvPr>
          <p:cNvSpPr>
            <a:spLocks noGrp="true"/>
          </p:cNvSpPr>
          <p:nvPr>
            <p:ph type="body"/>
          </p:nvPr>
        </p:nvSpPr>
        <p:spPr>
          <a:xfrm rot="0">
            <a:off x="762000" y="2192059"/>
            <a:ext cx="7620000" cy="511812"/>
          </a:xfrm>
          <a:prstGeom prst="rect">
            <a:avLst/>
          </a:prstGeom>
        </p:spPr>
        <p:txBody>
          <a:bodyPr anchor="b" rtlCol="0">
            <a:normAutofit/>
          </a:bodyPr>
          <a:lstStyle>
            <a:lvl1pPr indent="0" lvl="0" marL="0">
              <a:lnSpc>
                <a:spcPct val="100000"/>
              </a:lnSpc>
              <a:buNone/>
              <a:defRPr b="0" dirty="0" i="0" lang="en-US" sz="1400">
                <a:solidFill>
                  <a:schemeClr val="accent1"/>
                </a:solidFill>
                <a:latin typeface="+mn-lt"/>
              </a:defRPr>
            </a:lvl1pPr>
            <a:lvl2pPr indent="0" lvl="1" marL="457200">
              <a:buNone/>
              <a:defRPr dirty="0" lang="en-US" sz="1800">
                <a:solidFill>
                  <a:schemeClr val="tx1">
                    <a:tint val="75000"/>
                  </a:schemeClr>
                </a:solidFill>
              </a:defRPr>
            </a:lvl2pPr>
            <a:lvl3pPr indent="0" lvl="2" marL="914400">
              <a:buNone/>
              <a:defRPr dirty="0" lang="en-US" sz="1600">
                <a:solidFill>
                  <a:schemeClr val="tx1">
                    <a:tint val="75000"/>
                  </a:schemeClr>
                </a:solidFill>
              </a:defRPr>
            </a:lvl3pPr>
            <a:lvl4pPr indent="0" lvl="3" marL="1371600">
              <a:buNone/>
              <a:defRPr dirty="0" lang="en-US" sz="1400">
                <a:solidFill>
                  <a:schemeClr val="tx1">
                    <a:tint val="75000"/>
                  </a:schemeClr>
                </a:solidFill>
              </a:defRPr>
            </a:lvl4pPr>
            <a:lvl5pPr indent="0" lvl="4" marL="1828800">
              <a:buNone/>
              <a:defRPr dirty="0" lang="en-US" sz="1400">
                <a:solidFill>
                  <a:schemeClr val="tx1">
                    <a:tint val="75000"/>
                  </a:schemeClr>
                </a:solidFill>
              </a:defRPr>
            </a:lvl5pPr>
            <a:lvl6pPr indent="0" lvl="5" marL="2286000">
              <a:buNone/>
              <a:defRPr dirty="0" lang="en-US" sz="1400">
                <a:solidFill>
                  <a:schemeClr val="tx1">
                    <a:tint val="75000"/>
                  </a:schemeClr>
                </a:solidFill>
              </a:defRPr>
            </a:lvl6pPr>
            <a:lvl7pPr indent="0" lvl="6" marL="2743200">
              <a:buNone/>
              <a:defRPr dirty="0" lang="en-US" sz="1400">
                <a:solidFill>
                  <a:schemeClr val="tx1">
                    <a:tint val="75000"/>
                  </a:schemeClr>
                </a:solidFill>
              </a:defRPr>
            </a:lvl7pPr>
            <a:lvl8pPr indent="0" lvl="7" marL="3200400">
              <a:buNone/>
              <a:defRPr dirty="0" lang="en-US" sz="1400">
                <a:solidFill>
                  <a:schemeClr val="tx1">
                    <a:tint val="75000"/>
                  </a:schemeClr>
                </a:solidFill>
              </a:defRPr>
            </a:lvl8pPr>
            <a:lvl9pPr indent="0" lvl="8" marL="3657600">
              <a:buNone/>
              <a:defRPr dirty="0" lang="en-US" sz="1400">
                <a:solidFill>
                  <a:schemeClr val="tx1">
                    <a:tint val="75000"/>
                  </a:schemeClr>
                </a:solidFill>
              </a:defRPr>
            </a:lvl9pPr>
          </a:lstStyle>
          <a:p>
            <a:pPr lvl="0"/>
            <a:r>
              <a:rPr dirty="0" lang="en-US"/>
              <a:t>Click to edit Master text styles</a:t>
            </a:r>
            <a:endParaRPr dirty="0" lang="en-US"/>
          </a:p>
        </p:txBody>
      </p:sp>
      <p:sp>
        <p:nvSpPr>
          <p:cNvPr hidden="false" id="3" name="Title 1">
            <a:extLst>
              <a:ext uri="{185AE883-8776-4DE2-815E-2A37703C20BF}">
                <a16:creationId xmlns:a16="http://schemas.microsoft.com/office/drawing/2010/main" id="{81EBDDA4-0BE7-442B-B5C1-84CA52F501D2}"/>
              </a:ext>
            </a:extLst>
          </p:cNvPr>
          <p:cNvSpPr>
            <a:spLocks noGrp="true"/>
          </p:cNvSpPr>
          <p:nvPr>
            <p:ph idx="1" type="title"/>
          </p:nvPr>
        </p:nvSpPr>
        <p:spPr>
          <a:xfrm rot="0">
            <a:off x="762000" y="2735662"/>
            <a:ext cx="7620000" cy="882263"/>
          </a:xfrm>
          <a:prstGeom prst="rect">
            <a:avLst/>
          </a:prstGeom>
        </p:spPr>
        <p:txBody>
          <a:bodyPr anchor="t" rtlCol="0"/>
          <a:lstStyle>
            <a:lvl1pPr lvl="0">
              <a:defRPr dirty="0" lang="en-US" sz="4000"/>
            </a:lvl1pPr>
          </a:lstStyle>
          <a:p>
            <a:pPr/>
            <a:r>
              <a:rPr dirty="0" lang="en-US"/>
              <a:t>Click to edit Master title style</a:t>
            </a:r>
            <a:endParaRPr dirty="0" lang="en-US"/>
          </a:p>
        </p:txBody>
      </p:sp>
      <p:sp>
        <p:nvSpPr>
          <p:cNvPr id="4" name="Slide Number Placeholder 5">
            <a:extLst>
              <a:ext uri="{FF2B960E-A3C0-42AF-BC89-9404DA9267BB}">
                <a16:creationId xmlns:a16="http://schemas.microsoft.com/office/drawing/2010/main" id="{73FDA9A3-0E46-40CE-8431-0F207D974B88}"/>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D58F7096-23DB-47CD-BDF1-79CBC25EB102}">
                <a16:creationId xmlns:a16="http://schemas.microsoft.com/office/drawing/2010/main" id="{06D0722B-B410-4F6F-9C72-6A14D8558948}"/>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DC77C46E-9DC4-4393-BA5C-2AE1DF8E9556}">
                <a16:creationId xmlns:a16="http://schemas.microsoft.com/office/drawing/2010/main" id="{25532F25-5504-41F2-B865-8717C02B2DFD}"/>
              </a:ext>
            </a:extLst>
          </p:cNvPr>
          <p:cNvSpPr>
            <a:spLocks noGrp="true"/>
          </p:cNvSpPr>
          <p:nvPr>
            <p:ph idx="10" sz="half" type="dt"/>
          </p:nvPr>
        </p:nvSpPr>
        <p:spPr/>
        <p:txBody>
          <a:bodyPr rtlCol="0"/>
          <a:lstStyle>
            <a:lvl1pPr lvl="0"/>
          </a:lstStyle>
          <a:p>
            <a:pPr/>
            <a:r>
              <a:rPr dirty="0" lang="en-US"/>
              <a:t>Date</a:t>
            </a:r>
            <a:endParaRPr dirty="0" lang="en-US"/>
          </a:p>
        </p:txBody>
      </p:sp>
    </p:spTree>
    <p:extLst>
      <p:ext uri="{77D833AA-E62C-4D3A-A0FF-381EBA704678}">
        <p14:creationId xmlns:p14="http://schemas.microsoft.com/office/powerpoint/2010/main" val="1732852587550"/>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sp>
        <p:nvSpPr>
          <p:cNvPr id="2" name="Title 1">
            <a:extLst>
              <a:ext uri="{FD2B43B4-4056-4E63-A4EC-A5977A3589A9}">
                <a16:creationId xmlns:a16="http://schemas.microsoft.com/office/drawing/2010/main" id="{DF06F7D7-B5A3-4C1D-8001-DAB68C232F74}"/>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A3B27FCD-12CA-4174-98F2-E95C2410F675}">
                <a16:creationId xmlns:a16="http://schemas.microsoft.com/office/drawing/2010/main" id="{1C2663F4-7EE0-465A-8DA0-BCDBAAA90432}"/>
              </a:ext>
            </a:extLst>
          </p:cNvPr>
          <p:cNvSpPr>
            <a:spLocks noGrp="true"/>
          </p:cNvSpPr>
          <p:nvPr>
            <p:ph idx="1"/>
          </p:nvPr>
        </p:nvSpPr>
        <p:spPr>
          <a:xfrm rot="0">
            <a:off x="762000"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Content Placeholder 2">
            <a:extLst>
              <a:ext uri="{44E76766-7F76-40A1-B8F2-FE9BF3A7C7EB}">
                <a16:creationId xmlns:a16="http://schemas.microsoft.com/office/drawing/2010/main" id="{B86E30F4-9ACF-439A-B8E8-7B7E9E27F488}"/>
              </a:ext>
            </a:extLst>
          </p:cNvPr>
          <p:cNvSpPr>
            <a:spLocks noGrp="true"/>
          </p:cNvSpPr>
          <p:nvPr>
            <p:ph idx="2"/>
          </p:nvPr>
        </p:nvSpPr>
        <p:spPr>
          <a:xfrm rot="0">
            <a:off x="4752975"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6">
            <a:extLst>
              <a:ext uri="{BB815B3C-ACFE-4EFB-9632-40964AA585F4}">
                <a16:creationId xmlns:a16="http://schemas.microsoft.com/office/drawing/2010/main" id="{8A16F086-1DF3-417B-AB2C-85034BA2C1E1}"/>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5">
            <a:extLst>
              <a:ext uri="{9C6B7841-3281-40C1-A6DA-699CE5B1EB0D}">
                <a16:creationId xmlns:a16="http://schemas.microsoft.com/office/drawing/2010/main" id="{E4CDE7C8-A65B-4E70-9BDF-769D89E88DCD}"/>
              </a:ext>
            </a:extLst>
          </p:cNvPr>
          <p:cNvSpPr>
            <a:spLocks noGrp="true"/>
          </p:cNvSpPr>
          <p:nvPr>
            <p:ph idx="11" sz="quarter" type="ftr"/>
          </p:nvPr>
        </p:nvSpPr>
        <p:spPr/>
        <p:txBody>
          <a:bodyPr rtlCol="0"/>
          <a:lstStyle/>
          <a:p>
            <a:pPr/>
            <a:r>
              <a:rPr dirty="0" lang="en-US"/>
              <a:t>Footer</a:t>
            </a:r>
            <a:endParaRPr dirty="0" lang="en-US"/>
          </a:p>
        </p:txBody>
      </p:sp>
      <p:sp>
        <p:nvSpPr>
          <p:cNvPr id="7" name="Date Placeholder 4">
            <a:extLst>
              <a:ext uri="{7DED7DE2-68F5-440E-B08A-545BA2EC178D}">
                <a16:creationId xmlns:a16="http://schemas.microsoft.com/office/drawing/2010/main" id="{5CA75DC1-E363-4F5B-9E57-CE1147DB3DE1}"/>
              </a:ext>
            </a:extLst>
          </p:cNvPr>
          <p:cNvSpPr>
            <a:spLocks noGrp="true"/>
          </p:cNvSpPr>
          <p:nvPr>
            <p:ph idx="10" sz="half" type="dt"/>
          </p:nvPr>
        </p:nvSpPr>
        <p:spPr/>
        <p:txBody>
          <a:bodyPr rtlCol="0"/>
          <a:lstStyle/>
          <a:p>
            <a:pPr/>
            <a:r>
              <a:rPr dirty="0" lang="en-US"/>
              <a:t>Date</a:t>
            </a:r>
            <a:endParaRPr dirty="0" lang="en-US"/>
          </a:p>
        </p:txBody>
      </p:sp>
    </p:spTree>
    <p:extLst>
      <p:ext uri="{29A8235C-287D-492D-BAC2-313C076E02A8}">
        <p14:creationId xmlns:p14="http://schemas.microsoft.com/office/powerpoint/2010/main" val="1732852587551"/>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Text Placeholder 2">
            <a:extLst>
              <a:ext uri="{C9EC5752-CEF0-4AF3-9065-12F2958E0B41}">
                <a16:creationId xmlns:a16="http://schemas.microsoft.com/office/drawing/2010/main" id="{9C1E84C8-38D3-433F-90DA-AE1550DEAFD1}"/>
              </a:ext>
            </a:extLst>
          </p:cNvPr>
          <p:cNvSpPr>
            <a:spLocks noGrp="true"/>
          </p:cNvSpPr>
          <p:nvPr>
            <p:ph type="body"/>
          </p:nvPr>
        </p:nvSpPr>
        <p:spPr>
          <a:xfrm rot="0">
            <a:off x="762000"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3" name="Text Placeholder 4">
            <a:extLst>
              <a:ext uri="{5CE90B34-A06D-4B06-98D0-E4A02C5EB4CE}">
                <a16:creationId xmlns:a16="http://schemas.microsoft.com/office/drawing/2010/main" id="{1B646BD0-0054-4B06-84FD-7914CEA24F20}"/>
              </a:ext>
            </a:extLst>
          </p:cNvPr>
          <p:cNvSpPr>
            <a:spLocks noGrp="true"/>
          </p:cNvSpPr>
          <p:nvPr>
            <p:ph idx="1" type="body"/>
          </p:nvPr>
        </p:nvSpPr>
        <p:spPr>
          <a:xfrm rot="0">
            <a:off x="4754717"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4" name="Content Placeholder 2">
            <a:extLst>
              <a:ext uri="{02E0C2C5-E3D3-4A2A-8CCC-B6D3F36AB55E}">
                <a16:creationId xmlns:a16="http://schemas.microsoft.com/office/drawing/2010/main" id="{8BACA40E-0D8A-4A73-BEDB-CAF7507881E3}"/>
              </a:ext>
            </a:extLst>
          </p:cNvPr>
          <p:cNvSpPr>
            <a:spLocks noGrp="true"/>
          </p:cNvSpPr>
          <p:nvPr>
            <p:ph idx="2"/>
          </p:nvPr>
        </p:nvSpPr>
        <p:spPr>
          <a:xfrm rot="0">
            <a:off x="762000"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Title 1">
            <a:extLst>
              <a:ext uri="{A368E017-C372-4D2B-ACFF-70E0EF513C2D}">
                <a16:creationId xmlns:a16="http://schemas.microsoft.com/office/drawing/2010/main" id="{AEBDA9CC-BDA6-40EB-B745-C9CDA358DC4A}"/>
              </a:ext>
            </a:extLst>
          </p:cNvPr>
          <p:cNvSpPr>
            <a:spLocks noGrp="true"/>
          </p:cNvSpPr>
          <p:nvPr>
            <p:ph idx="3" type="title"/>
          </p:nvPr>
        </p:nvSpPr>
        <p:spPr/>
        <p:txBody>
          <a:bodyPr rtlCol="0"/>
          <a:lstStyle>
            <a:lvl1pPr lvl="0"/>
          </a:lstStyle>
          <a:p>
            <a:pPr/>
            <a:r>
              <a:rPr dirty="0" lang="en-US"/>
              <a:t>Click to edit Master title style</a:t>
            </a:r>
            <a:endParaRPr dirty="0" lang="en-US"/>
          </a:p>
        </p:txBody>
      </p:sp>
      <p:sp>
        <p:nvSpPr>
          <p:cNvPr id="6" name="Content Placeholder 2">
            <a:extLst>
              <a:ext uri="{115D446F-BE15-4FF0-B11A-08488D1D3A1B}">
                <a16:creationId xmlns:a16="http://schemas.microsoft.com/office/drawing/2010/main" id="{B4182528-4465-4390-8379-9246EB06402C}"/>
              </a:ext>
            </a:extLst>
          </p:cNvPr>
          <p:cNvSpPr>
            <a:spLocks noGrp="true"/>
          </p:cNvSpPr>
          <p:nvPr>
            <p:ph idx="4"/>
          </p:nvPr>
        </p:nvSpPr>
        <p:spPr>
          <a:xfrm rot="0">
            <a:off x="4751443"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Date Placeholder 4">
            <a:extLst>
              <a:ext uri="{CCBA39BB-8333-40AD-9A5C-B311445874F1}">
                <a16:creationId xmlns:a16="http://schemas.microsoft.com/office/drawing/2010/main" id="{D789BCB9-9712-400C-833D-07A59ED35FFD}"/>
              </a:ext>
            </a:extLst>
          </p:cNvPr>
          <p:cNvSpPr>
            <a:spLocks noGrp="true"/>
          </p:cNvSpPr>
          <p:nvPr>
            <p:ph idx="10" sz="half" type="dt"/>
          </p:nvPr>
        </p:nvSpPr>
        <p:spPr/>
        <p:txBody>
          <a:bodyPr rtlCol="0"/>
          <a:lstStyle/>
          <a:p>
            <a:pPr/>
            <a:r>
              <a:rPr dirty="0" lang="en-US"/>
              <a:t>Date</a:t>
            </a:r>
            <a:endParaRPr dirty="0" lang="en-US"/>
          </a:p>
        </p:txBody>
      </p:sp>
      <p:sp>
        <p:nvSpPr>
          <p:cNvPr id="8" name="Footer Placeholder 5">
            <a:extLst>
              <a:ext uri="{3F894FA4-60CC-4616-AFC1-CA9AFCC87DE1}">
                <a16:creationId xmlns:a16="http://schemas.microsoft.com/office/drawing/2010/main" id="{9094F33E-4887-4C3A-B4DA-484D4152C7DB}"/>
              </a:ext>
            </a:extLst>
          </p:cNvPr>
          <p:cNvSpPr>
            <a:spLocks noGrp="true"/>
          </p:cNvSpPr>
          <p:nvPr>
            <p:ph idx="11" sz="quarter" type="ftr"/>
          </p:nvPr>
        </p:nvSpPr>
        <p:spPr/>
        <p:txBody>
          <a:bodyPr rtlCol="0"/>
          <a:lstStyle/>
          <a:p>
            <a:pPr/>
            <a:r>
              <a:rPr dirty="0" lang="en-US"/>
              <a:t>Footer</a:t>
            </a:r>
            <a:endParaRPr dirty="0" lang="en-US"/>
          </a:p>
        </p:txBody>
      </p:sp>
      <p:sp>
        <p:nvSpPr>
          <p:cNvPr id="9" name="Slide Number Placeholder 6">
            <a:extLst>
              <a:ext uri="{9C2CAD7C-497D-4B6E-B7F7-6BBB258555DA}">
                <a16:creationId xmlns:a16="http://schemas.microsoft.com/office/drawing/2010/main" id="{06D6BA33-7F4D-4F09-A3BA-03E4E660C389}"/>
              </a:ext>
            </a:extLst>
          </p:cNvPr>
          <p:cNvSpPr>
            <a:spLocks noGrp="true"/>
          </p:cNvSpPr>
          <p:nvPr>
            <p:ph idx="12" sz="quarter" type="sldNum"/>
          </p:nvPr>
        </p:nvSpPr>
        <p:spPr/>
        <p:txBody>
          <a:bodyPr rtlCol="0"/>
          <a:lstStyle/>
          <a:p>
            <a:pPr/>
            <a:r>
              <a:rPr dirty="0" lang="en-US"/>
              <a:t>&lt;#&gt;</a:t>
            </a:r>
            <a:endParaRPr dirty="0" lang="en-US"/>
          </a:p>
        </p:txBody>
      </p:sp>
    </p:spTree>
    <p:extLst>
      <p:ext uri="{313ABBBB-A635-46EC-A4E2-2D1BACEDBDAE}">
        <p14:creationId xmlns:p14="http://schemas.microsoft.com/office/powerpoint/2010/main" val="1732852587552"/>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Title 1">
            <a:extLst>
              <a:ext uri="{963C2D7F-3F29-478E-88AE-06725164A6E7}">
                <a16:creationId xmlns:a16="http://schemas.microsoft.com/office/drawing/2010/main" id="{E91346AB-BE7F-4BE4-B19F-4F73F4D8AE4B}"/>
              </a:ext>
            </a:extLst>
          </p:cNvPr>
          <p:cNvSpPr>
            <a:spLocks noGrp="true"/>
          </p:cNvSpPr>
          <p:nvPr>
            <p:ph type="title"/>
          </p:nvPr>
        </p:nvSpPr>
        <p:spPr>
          <a:xfrm rot="0">
            <a:off x="762000" y="1914525"/>
            <a:ext cx="7620000" cy="857250"/>
          </a:xfrm>
        </p:spPr>
        <p:txBody>
          <a:bodyPr anchor="ctr" rtlCol="0"/>
          <a:lstStyle>
            <a:lvl1pPr algn="ctr" lvl="0">
              <a:defRPr dirty="0" lang="en-US" sz="3600"/>
            </a:lvl1pPr>
          </a:lstStyle>
          <a:p>
            <a:pPr/>
            <a:r>
              <a:rPr dirty="0" lang="en-US"/>
              <a:t>Click to edit Master title style</a:t>
            </a:r>
            <a:endParaRPr dirty="0" lang="en-US"/>
          </a:p>
        </p:txBody>
      </p:sp>
      <p:sp>
        <p:nvSpPr>
          <p:cNvPr id="3" name="Slide Number Placeholder 3">
            <a:extLst>
              <a:ext uri="{33667BC2-268B-4F82-933A-2D59086D2403}">
                <a16:creationId xmlns:a16="http://schemas.microsoft.com/office/drawing/2010/main" id="{4F152EFF-94B1-420A-A585-62DC8F4C1DF7}"/>
              </a:ext>
            </a:extLst>
          </p:cNvPr>
          <p:cNvSpPr>
            <a:spLocks noGrp="true"/>
          </p:cNvSpPr>
          <p:nvPr>
            <p:ph idx="12" sz="quarter" type="sldNum"/>
          </p:nvPr>
        </p:nvSpPr>
        <p:spPr/>
        <p:txBody>
          <a:bodyPr rtlCol="0"/>
          <a:lstStyle/>
          <a:p>
            <a:pPr/>
            <a:r>
              <a:rPr dirty="0" lang="en-US"/>
              <a:t>&lt;#&gt;</a:t>
            </a:r>
            <a:endParaRPr dirty="0" lang="en-US"/>
          </a:p>
        </p:txBody>
      </p:sp>
      <p:sp>
        <p:nvSpPr>
          <p:cNvPr id="4" name="Footer Placeholder 2">
            <a:extLst>
              <a:ext uri="{DB3527FE-B46D-4E96-B865-6471805651F1}">
                <a16:creationId xmlns:a16="http://schemas.microsoft.com/office/drawing/2010/main" id="{04A2B1E4-B58E-4BFA-81AC-1AA9A1D07918}"/>
              </a:ext>
            </a:extLst>
          </p:cNvPr>
          <p:cNvSpPr>
            <a:spLocks noGrp="true"/>
          </p:cNvSpPr>
          <p:nvPr>
            <p:ph idx="11" sz="quarter" type="ftr"/>
          </p:nvPr>
        </p:nvSpPr>
        <p:spPr/>
        <p:txBody>
          <a:bodyPr rtlCol="0"/>
          <a:lstStyle/>
          <a:p>
            <a:pPr/>
            <a:r>
              <a:rPr dirty="0" lang="en-US"/>
              <a:t>Footer</a:t>
            </a:r>
            <a:endParaRPr dirty="0" lang="en-US"/>
          </a:p>
        </p:txBody>
      </p:sp>
      <p:sp>
        <p:nvSpPr>
          <p:cNvPr id="5" name="Date Placeholder 1">
            <a:extLst>
              <a:ext uri="{43D2181A-E846-42BA-B6D6-2EA3C7A7F644}">
                <a16:creationId xmlns:a16="http://schemas.microsoft.com/office/drawing/2010/main" id="{448D0831-BD2B-45D1-89D4-8B3F05199841}"/>
              </a:ext>
            </a:extLst>
          </p:cNvPr>
          <p:cNvSpPr>
            <a:spLocks noGrp="true"/>
          </p:cNvSpPr>
          <p:nvPr>
            <p:ph idx="10" sz="half" type="dt"/>
          </p:nvPr>
        </p:nvSpPr>
        <p:spPr/>
        <p:txBody>
          <a:bodyPr rtlCol="0"/>
          <a:lstStyle/>
          <a:p>
            <a:pPr/>
            <a:r>
              <a:rPr dirty="0" lang="en-US"/>
              <a:t>Date</a:t>
            </a:r>
            <a:endParaRPr dirty="0" lang="en-US"/>
          </a:p>
        </p:txBody>
      </p:sp>
    </p:spTree>
    <p:extLst>
      <p:ext uri="{0082FEDE-A880-4603-892E-D847ED51A3EC}">
        <p14:creationId xmlns:p14="http://schemas.microsoft.com/office/powerpoint/2010/main" val="1732852587553"/>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blank">
  <p:cSld name="Blank">
    <p:spTree>
      <p:nvGrpSpPr>
        <p:cNvPr id="1" name=""/>
        <p:cNvGrpSpPr/>
        <p:nvPr/>
      </p:nvGrpSpPr>
      <p:grpSpPr>
        <a:xfrm>
          <a:off x="0" y="0"/>
          <a:ext cx="0" cy="0"/>
          <a:chOff x="0" y="0"/>
          <a:chExt cx="0" cy="0"/>
        </a:xfrm>
      </p:grpSpPr>
      <p:sp>
        <p:nvSpPr>
          <p:cNvPr id="2" name="Slide Number Placeholder 3">
            <a:extLst>
              <a:ext uri="{41EBAB9B-EE63-46D9-9159-2CBA7468A4FC}">
                <a16:creationId xmlns:a16="http://schemas.microsoft.com/office/drawing/2010/main" id="{184809C7-6B92-4861-921F-3FA028B75248}"/>
              </a:ext>
            </a:extLst>
          </p:cNvPr>
          <p:cNvSpPr>
            <a:spLocks noGrp="true"/>
          </p:cNvSpPr>
          <p:nvPr>
            <p:ph idx="12" sz="quarter" type="sldNum"/>
          </p:nvPr>
        </p:nvSpPr>
        <p:spPr/>
        <p:txBody>
          <a:bodyPr rtlCol="0"/>
          <a:lstStyle/>
          <a:p>
            <a:pPr/>
            <a:r>
              <a:rPr dirty="0" lang="en-US"/>
              <a:t>&lt;#&gt;</a:t>
            </a:r>
            <a:endParaRPr dirty="0" lang="en-US"/>
          </a:p>
        </p:txBody>
      </p:sp>
      <p:sp>
        <p:nvSpPr>
          <p:cNvPr id="3" name="Footer Placeholder 2">
            <a:extLst>
              <a:ext uri="{E53423AD-75ED-42C8-B40A-2E121C0D1DF5}">
                <a16:creationId xmlns:a16="http://schemas.microsoft.com/office/drawing/2010/main" id="{4C4246BC-A8AA-47FB-8549-50E345A6718D}"/>
              </a:ext>
            </a:extLst>
          </p:cNvPr>
          <p:cNvSpPr>
            <a:spLocks noGrp="true"/>
          </p:cNvSpPr>
          <p:nvPr>
            <p:ph idx="11" sz="quarter" type="ftr"/>
          </p:nvPr>
        </p:nvSpPr>
        <p:spPr/>
        <p:txBody>
          <a:bodyPr rtlCol="0"/>
          <a:lstStyle/>
          <a:p>
            <a:pPr/>
            <a:r>
              <a:rPr dirty="0" lang="en-US"/>
              <a:t>Footer</a:t>
            </a:r>
            <a:endParaRPr dirty="0" lang="en-US"/>
          </a:p>
        </p:txBody>
      </p:sp>
      <p:sp>
        <p:nvSpPr>
          <p:cNvPr id="4" name="Date Placeholder 1">
            <a:extLst>
              <a:ext uri="{EE1B9F32-4CD6-4E47-95B2-5166F1F88851}">
                <a16:creationId xmlns:a16="http://schemas.microsoft.com/office/drawing/2010/main" id="{9EA21ADA-6E24-428C-AC55-881F37E96E7E}"/>
              </a:ext>
            </a:extLst>
          </p:cNvPr>
          <p:cNvSpPr>
            <a:spLocks noGrp="true"/>
          </p:cNvSpPr>
          <p:nvPr>
            <p:ph idx="10" sz="half" type="dt"/>
          </p:nvPr>
        </p:nvSpPr>
        <p:spPr/>
        <p:txBody>
          <a:bodyPr rtlCol="0"/>
          <a:lstStyle/>
          <a:p>
            <a:pPr/>
            <a:r>
              <a:rPr dirty="0" lang="en-US"/>
              <a:t>Date</a:t>
            </a:r>
            <a:endParaRPr dirty="0" lang="en-US"/>
          </a:p>
        </p:txBody>
      </p:sp>
    </p:spTree>
    <p:extLst>
      <p:ext uri="{26F12966-257C-469A-8845-411623AB406A}">
        <p14:creationId xmlns:p14="http://schemas.microsoft.com/office/powerpoint/2010/main" val="1732852587554"/>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objTx">
  <p:cSld name="Content with Caption">
    <p:spTree>
      <p:nvGrpSpPr>
        <p:cNvPr id="1" name=""/>
        <p:cNvGrpSpPr/>
        <p:nvPr/>
      </p:nvGrpSpPr>
      <p:grpSpPr>
        <a:xfrm>
          <a:off x="0" y="0"/>
          <a:ext cx="0" cy="0"/>
          <a:chOff x="0" y="0"/>
          <a:chExt cx="0" cy="0"/>
        </a:xfrm>
      </p:grpSpPr>
      <p:sp>
        <p:nvSpPr>
          <p:cNvPr id="2" name="Title 1">
            <a:extLst>
              <a:ext uri="{69DEBB65-B5B0-4820-8A7C-5005596CD348}">
                <a16:creationId xmlns:a16="http://schemas.microsoft.com/office/drawing/2010/main" id="{407C2F60-AA26-4878-ABB8-DEF8AB11C36C}"/>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Text Placeholder 3">
            <a:extLst>
              <a:ext uri="{4DAD1D36-17FF-4052-8D25-6638757D0121}">
                <a16:creationId xmlns:a16="http://schemas.microsoft.com/office/drawing/2010/main" id="{5F33CC14-6424-427D-AB5A-531073D2ADCA}"/>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4" name="Content Placeholder 2">
            <a:extLst>
              <a:ext uri="{EA701FB1-4D90-4E81-851D-393FC1D4BDAA}">
                <a16:creationId xmlns:a16="http://schemas.microsoft.com/office/drawing/2010/main" id="{9A951671-D022-467D-B079-6D2C9F5FAE79}"/>
              </a:ext>
            </a:extLst>
          </p:cNvPr>
          <p:cNvSpPr>
            <a:spLocks noGrp="true"/>
          </p:cNvSpPr>
          <p:nvPr>
            <p:ph idx="2"/>
          </p:nvPr>
        </p:nvSpPr>
        <p:spPr>
          <a:xfrm rot="0">
            <a:off x="3776758" y="1447800"/>
            <a:ext cx="4605242" cy="300037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3">
            <a:extLst>
              <a:ext uri="{558C31AF-2704-4072-9340-1AF5E8F0D6E4}">
                <a16:creationId xmlns:a16="http://schemas.microsoft.com/office/drawing/2010/main" id="{1AB456E5-5389-4D24-AB43-DD70C16E157F}"/>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2">
            <a:extLst>
              <a:ext uri="{56119D19-8C50-447C-B93E-877A6CFF9EB1}">
                <a16:creationId xmlns:a16="http://schemas.microsoft.com/office/drawing/2010/main" id="{13EDE19E-348C-4281-93B5-C601E01D6A89}"/>
              </a:ext>
            </a:extLst>
          </p:cNvPr>
          <p:cNvSpPr>
            <a:spLocks noGrp="true"/>
          </p:cNvSpPr>
          <p:nvPr>
            <p:ph idx="11" sz="quarter" type="ftr"/>
          </p:nvPr>
        </p:nvSpPr>
        <p:spPr/>
        <p:txBody>
          <a:bodyPr rtlCol="0"/>
          <a:lstStyle/>
          <a:p>
            <a:pPr/>
            <a:r>
              <a:rPr dirty="0" lang="en-US"/>
              <a:t>Footer</a:t>
            </a:r>
            <a:endParaRPr dirty="0" lang="en-US"/>
          </a:p>
        </p:txBody>
      </p:sp>
      <p:sp>
        <p:nvSpPr>
          <p:cNvPr id="7" name="Date Placeholder 1">
            <a:extLst>
              <a:ext uri="{A1A4F242-18B6-49E8-99E8-DFBF322C2718}">
                <a16:creationId xmlns:a16="http://schemas.microsoft.com/office/drawing/2010/main" id="{0046BB7A-87A8-4389-A425-A583A2B9B897}"/>
              </a:ext>
            </a:extLst>
          </p:cNvPr>
          <p:cNvSpPr>
            <a:spLocks noGrp="true"/>
          </p:cNvSpPr>
          <p:nvPr>
            <p:ph idx="10" sz="half" type="dt"/>
          </p:nvPr>
        </p:nvSpPr>
        <p:spPr/>
        <p:txBody>
          <a:bodyPr rtlCol="0"/>
          <a:lstStyle/>
          <a:p>
            <a:pPr/>
            <a:r>
              <a:rPr dirty="0" lang="en-US"/>
              <a:t>Date</a:t>
            </a:r>
            <a:endParaRPr dirty="0" lang="en-US"/>
          </a:p>
        </p:txBody>
      </p:sp>
    </p:spTree>
    <p:extLst>
      <p:ext uri="{984F80A4-7066-4DA2-9E14-5CC50B26CE42}">
        <p14:creationId xmlns:p14="http://schemas.microsoft.com/office/powerpoint/2010/main" val="1732852587555"/>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spTree>
      <p:nvGrpSpPr>
        <p:cNvPr id="1" name=""/>
        <p:cNvGrpSpPr/>
        <p:nvPr/>
      </p:nvGrpSpPr>
      <p:grpSpPr>
        <a:xfrm>
          <a:off x="0" y="0"/>
          <a:ext cx="0" cy="0"/>
          <a:chOff x="0" y="0"/>
          <a:chExt cx="0" cy="0"/>
        </a:xfrm>
      </p:grpSpPr>
      <p:sp>
        <p:nvSpPr>
          <p:cNvPr id="2" name="Rectangle 16">
            <a:extLst>
              <a:ext uri="{FF5CF1D3-9FFA-4945-9679-CF99336D1176}">
                <a16:creationId xmlns:a16="http://schemas.microsoft.com/office/drawing/2010/main" id="{B7A81013-7255-4FBA-8A65-0A60DDDA3B5E}"/>
              </a:ext>
            </a:extLst>
          </p:cNvPr>
          <p:cNvSpPr/>
          <p:nvPr/>
        </p:nvSpPr>
        <p:spPr>
          <a:xfrm rot="0">
            <a:off x="3718307" y="1437411"/>
            <a:ext cx="4663693" cy="3037029"/>
          </a:xfrm>
          <a:prstGeom prst="rect">
            <a:avLst/>
          </a:prstGeom>
          <a:noFill/>
          <a:ln cap="flat" w="6350">
            <a:solidFill>
              <a:schemeClr val="bg1">
                <a:lumMod val="75000"/>
              </a:schemeClr>
            </a:solidFill>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lgn="ctr"/>
            <a:r>
              <a:rPr dirty="0" lang="en-US">
                <a:latin typeface="+mn-lt"/>
              </a:rPr>
              <a:t/>
            </a:r>
            <a:endParaRPr dirty="0" lang="en-US">
              <a:latin typeface="+mn-lt"/>
            </a:endParaRPr>
          </a:p>
        </p:txBody>
      </p:sp>
      <p:sp>
        <p:nvSpPr>
          <p:cNvPr id="3" name="Title 1">
            <a:extLst>
              <a:ext uri="{448407A6-E4DB-42C0-8064-E80C6EFD0348}">
                <a16:creationId xmlns:a16="http://schemas.microsoft.com/office/drawing/2010/main" id="{76548036-F475-4CAC-87AF-3FDE90F04FA1}"/>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4" name="Text Placeholder 3">
            <a:extLst>
              <a:ext uri="{E88543EB-95DF-400B-A2B1-07B0399C97C1}">
                <a16:creationId xmlns:a16="http://schemas.microsoft.com/office/drawing/2010/main" id="{1FE85690-E9F2-4F86-ACE7-E66959C48DE8}"/>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5" name="Picture Placeholder 2">
            <a:extLst>
              <a:ext uri="{209415B1-24F8-4D8D-961E-D11FC95269DE}">
                <a16:creationId xmlns:a16="http://schemas.microsoft.com/office/drawing/2010/main" id="{42CB4308-A559-46A9-B737-D39E2BF43594}"/>
              </a:ext>
            </a:extLst>
          </p:cNvPr>
          <p:cNvSpPr>
            <a:spLocks noGrp="true"/>
          </p:cNvSpPr>
          <p:nvPr>
            <p:ph idx="2" type="pic"/>
          </p:nvPr>
        </p:nvSpPr>
        <p:spPr>
          <a:xfrm rot="0">
            <a:off x="3775220" y="1492944"/>
            <a:ext cx="4543283" cy="2925962"/>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Slide Number Placeholder 4">
            <a:extLst>
              <a:ext uri="{5C2C5D31-D05F-4347-9B02-8A1D22B092F6}">
                <a16:creationId xmlns:a16="http://schemas.microsoft.com/office/drawing/2010/main" id="{D2915646-F870-483D-A55B-27A90F760822}"/>
              </a:ext>
            </a:extLst>
          </p:cNvPr>
          <p:cNvSpPr>
            <a:spLocks noGrp="true"/>
          </p:cNvSpPr>
          <p:nvPr>
            <p:ph idx="12" sz="quarter" type="sldNum"/>
          </p:nvPr>
        </p:nvSpPr>
        <p:spPr/>
        <p:txBody>
          <a:bodyPr rtlCol="0"/>
          <a:lstStyle/>
          <a:p>
            <a:pPr/>
            <a:r>
              <a:rPr dirty="0" lang="en-US"/>
              <a:t>&lt;#&gt;</a:t>
            </a:r>
            <a:endParaRPr dirty="0" lang="en-US"/>
          </a:p>
        </p:txBody>
      </p:sp>
      <p:sp>
        <p:nvSpPr>
          <p:cNvPr id="7" name="Footer Placeholder 3">
            <a:extLst>
              <a:ext uri="{87E7C091-8697-4579-81E6-596CD015E375}">
                <a16:creationId xmlns:a16="http://schemas.microsoft.com/office/drawing/2010/main" id="{2CF6D896-1427-414D-815B-7ABB48647470}"/>
              </a:ext>
            </a:extLst>
          </p:cNvPr>
          <p:cNvSpPr>
            <a:spLocks noGrp="true"/>
          </p:cNvSpPr>
          <p:nvPr>
            <p:ph idx="11" sz="quarter" type="ftr"/>
          </p:nvPr>
        </p:nvSpPr>
        <p:spPr/>
        <p:txBody>
          <a:bodyPr rtlCol="0"/>
          <a:lstStyle/>
          <a:p>
            <a:pPr/>
            <a:r>
              <a:rPr dirty="0" lang="en-US"/>
              <a:t>Footer</a:t>
            </a:r>
            <a:endParaRPr dirty="0" lang="en-US"/>
          </a:p>
        </p:txBody>
      </p:sp>
      <p:sp>
        <p:nvSpPr>
          <p:cNvPr id="8" name="Date Placeholder 1">
            <a:extLst>
              <a:ext uri="{8792D1A7-77D7-4E2A-8645-819AB7FDE5AB}">
                <a16:creationId xmlns:a16="http://schemas.microsoft.com/office/drawing/2010/main" id="{D3BE4F52-6687-4FBA-9314-CBA2F47227A4}"/>
              </a:ext>
            </a:extLst>
          </p:cNvPr>
          <p:cNvSpPr>
            <a:spLocks noGrp="true"/>
          </p:cNvSpPr>
          <p:nvPr>
            <p:ph idx="10" sz="half" type="dt"/>
          </p:nvPr>
        </p:nvSpPr>
        <p:spPr/>
        <p:txBody>
          <a:bodyPr rtlCol="0"/>
          <a:lstStyle/>
          <a:p>
            <a:pPr/>
            <a:r>
              <a:rPr dirty="0" lang="en-US"/>
              <a:t>Date</a:t>
            </a:r>
            <a:endParaRPr dirty="0" lang="en-US"/>
          </a:p>
        </p:txBody>
      </p:sp>
    </p:spTree>
    <p:extLst>
      <p:ext uri="{7B193BC4-50E2-4027-9B3E-532256951FD8}">
        <p14:creationId xmlns:p14="http://schemas.microsoft.com/office/powerpoint/2010/main" val="1732852587556"/>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Text, and Images">
    <p:spTree>
      <p:nvGrpSpPr>
        <p:cNvPr id="1" name=""/>
        <p:cNvGrpSpPr/>
        <p:nvPr/>
      </p:nvGrpSpPr>
      <p:grpSpPr>
        <a:xfrm>
          <a:off x="0" y="0"/>
          <a:ext cx="0" cy="0"/>
          <a:chOff x="0" y="0"/>
          <a:chExt cx="0" cy="0"/>
        </a:xfrm>
      </p:grpSpPr>
      <p:sp>
        <p:nvSpPr>
          <p:cNvPr id="2" name="Rectangle 19">
            <a:extLst>
              <a:ext uri="{6FF3C9BF-81DA-47A3-A82F-A964B1C64516}">
                <a16:creationId xmlns:a16="http://schemas.microsoft.com/office/drawing/2010/main" id="{92D0DF7D-A70B-4B6E-8D82-BE17DA52DB4D}"/>
              </a:ext>
            </a:extLst>
          </p:cNvPr>
          <p:cNvSpPr/>
          <p:nvPr/>
        </p:nvSpPr>
        <p:spPr>
          <a:xfrm rot="0">
            <a:off x="774703" y="1417637"/>
            <a:ext cx="185052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lgn="ctr"/>
            <a:r>
              <a:rPr dirty="0" lang="en-US">
                <a:latin typeface="+mn-lt"/>
              </a:rPr>
              <a:t/>
            </a:r>
            <a:endParaRPr dirty="0" lang="en-US">
              <a:latin typeface="+mn-lt"/>
            </a:endParaRPr>
          </a:p>
        </p:txBody>
      </p:sp>
      <p:sp>
        <p:nvSpPr>
          <p:cNvPr id="3" name="Rectangle 20">
            <a:extLst>
              <a:ext uri="{23017FED-04FF-49D5-85EC-3FC7043C3FC1}">
                <a16:creationId xmlns:a16="http://schemas.microsoft.com/office/drawing/2010/main" id="{23930524-1577-4C76-9442-B38A254A7C50}"/>
              </a:ext>
            </a:extLst>
          </p:cNvPr>
          <p:cNvSpPr/>
          <p:nvPr/>
        </p:nvSpPr>
        <p:spPr>
          <a:xfrm rot="0">
            <a:off x="2774950" y="1417637"/>
            <a:ext cx="358031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lgn="ctr"/>
            <a:r>
              <a:rPr dirty="0" lang="en-US">
                <a:latin typeface="+mn-lt"/>
              </a:rPr>
              <a:t/>
            </a:r>
            <a:endParaRPr dirty="0" lang="en-US">
              <a:latin typeface="+mn-lt"/>
            </a:endParaRPr>
          </a:p>
        </p:txBody>
      </p:sp>
      <p:sp>
        <p:nvSpPr>
          <p:cNvPr id="4" name="Rectangle 22">
            <a:extLst>
              <a:ext uri="{9102A990-4037-4A5D-AD03-7180576426F7}">
                <a16:creationId xmlns:a16="http://schemas.microsoft.com/office/drawing/2010/main" id="{B38FDC0D-A17C-475F-8727-DC8B3660F7C1}"/>
              </a:ext>
            </a:extLst>
          </p:cNvPr>
          <p:cNvSpPr/>
          <p:nvPr/>
        </p:nvSpPr>
        <p:spPr>
          <a:xfrm rot="0">
            <a:off x="6496050" y="1417637"/>
            <a:ext cx="1882776" cy="2192337"/>
          </a:xfrm>
          <a:custGeom>
            <a:avLst/>
            <a:gdLst/>
            <a:ahLst/>
            <a:cxnLst/>
            <a:rect b="b" l="0" r="r" t="0"/>
            <a:pathLst>
              <a:path h="2192337" w="1882776">
                <a:moveTo>
                  <a:pt x="9525" y="0"/>
                </a:moveTo>
                <a:lnTo>
                  <a:pt x="1882777" y="0"/>
                </a:lnTo>
                <a:lnTo>
                  <a:pt x="1882777" y="2192337"/>
                </a:lnTo>
                <a:lnTo>
                  <a:pt x="9525" y="2192337"/>
                </a:lnTo>
                <a:close/>
              </a:path>
            </a:pathLst>
          </a:cu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lgn="ctr"/>
            <a:r>
              <a:rPr dirty="0" lang="en-US">
                <a:latin typeface="+mn-lt"/>
              </a:rPr>
              <a:t/>
            </a:r>
            <a:endParaRPr dirty="0" lang="en-US">
              <a:latin typeface="+mn-lt"/>
            </a:endParaRPr>
          </a:p>
        </p:txBody>
      </p:sp>
      <p:sp>
        <p:nvSpPr>
          <p:cNvPr id="5" name="Title 1">
            <a:extLst>
              <a:ext uri="{035ED0A5-442E-4FE3-B6BB-E424B5DB41AA}">
                <a16:creationId xmlns:a16="http://schemas.microsoft.com/office/drawing/2010/main" id="{CF3034E9-7F2E-4E39-AB1E-49048E4959F9}"/>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6" name="Picture Placeholder 2">
            <a:extLst>
              <a:ext uri="{9A6C1B8C-A460-4994-9317-75EC2F8D4747}">
                <a16:creationId xmlns:a16="http://schemas.microsoft.com/office/drawing/2010/main" id="{81DBD5A1-766D-463E-B7D2-A47729D0A9DB}"/>
              </a:ext>
            </a:extLst>
          </p:cNvPr>
          <p:cNvSpPr>
            <a:spLocks noGrp="true"/>
          </p:cNvSpPr>
          <p:nvPr>
            <p:ph idx="1" type="pic"/>
          </p:nvPr>
        </p:nvSpPr>
        <p:spPr>
          <a:xfrm rot="0">
            <a:off x="835027" y="1474787"/>
            <a:ext cx="1723499"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Content Placeholder 2">
            <a:extLst>
              <a:ext uri="{788AE409-540C-4985-A290-88068D1C6A00}">
                <a16:creationId xmlns:a16="http://schemas.microsoft.com/office/drawing/2010/main" id="{521D0D77-87AD-45BB-8D0C-3DCCD0EF3EF1}"/>
              </a:ext>
            </a:extLst>
          </p:cNvPr>
          <p:cNvSpPr>
            <a:spLocks noGrp="true"/>
          </p:cNvSpPr>
          <p:nvPr>
            <p:ph idx="2" type="body"/>
          </p:nvPr>
        </p:nvSpPr>
        <p:spPr>
          <a:xfrm rot="0">
            <a:off x="762000" y="3810000"/>
            <a:ext cx="1847850" cy="523875"/>
          </a:xfrm>
          <a:prstGeom prst="rect">
            <a:avLst/>
          </a:prstGeom>
        </p:spPr>
        <p:txBody>
          <a:bodyPr anchor="t" rtlCol="0">
            <a:normAutofit/>
          </a:bodyPr>
          <a:lstStyle>
            <a:lvl1pPr algn="ctr" indent="0" lvl="0" marL="0">
              <a:lnSpc>
                <a:spcPct val="100000"/>
              </a:lnSpc>
              <a:buFont typeface="Arial"/>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Font typeface="Arial"/>
              <a:buChar char="»"/>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8" name="Picture Placeholder 2">
            <a:extLst>
              <a:ext uri="{F796A5BF-C18B-4271-85A5-9FF71A0E6C9E}">
                <a16:creationId xmlns:a16="http://schemas.microsoft.com/office/drawing/2010/main" id="{0F583A70-A2C2-45BF-AEC4-C9E3E04613E5}"/>
              </a:ext>
            </a:extLst>
          </p:cNvPr>
          <p:cNvSpPr>
            <a:spLocks noGrp="true"/>
          </p:cNvSpPr>
          <p:nvPr>
            <p:ph idx="3" type="pic"/>
          </p:nvPr>
        </p:nvSpPr>
        <p:spPr>
          <a:xfrm rot="0">
            <a:off x="2835275" y="1474787"/>
            <a:ext cx="3459670"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9" name="Content Placeholder 2">
            <a:extLst>
              <a:ext uri="{02406A24-E635-449E-A6F4-E55933AC1F5C}">
                <a16:creationId xmlns:a16="http://schemas.microsoft.com/office/drawing/2010/main" id="{606201F1-7336-4405-A435-610AA7B909B0}"/>
              </a:ext>
            </a:extLst>
          </p:cNvPr>
          <p:cNvSpPr>
            <a:spLocks noGrp="true"/>
          </p:cNvSpPr>
          <p:nvPr>
            <p:ph idx="4" type="body"/>
          </p:nvPr>
        </p:nvSpPr>
        <p:spPr>
          <a:xfrm rot="0">
            <a:off x="2777561" y="3810000"/>
            <a:ext cx="3577708" cy="523875"/>
          </a:xfrm>
          <a:prstGeom prst="rect">
            <a:avLst/>
          </a:prstGeom>
        </p:spPr>
        <p:txBody>
          <a:bodyPr anchor="t" rtlCol="0">
            <a:normAutofit/>
          </a:bodyPr>
          <a:lstStyle>
            <a:lvl1pPr algn="ctr" indent="0" lvl="0" marL="0">
              <a:lnSpc>
                <a:spcPct val="100000"/>
              </a:lnSpc>
              <a:buFont typeface="Arial"/>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Font typeface="Arial"/>
              <a:buChar char="»"/>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0" name="Picture Placeholder 2">
            <a:extLst>
              <a:ext uri="{1D1C25EA-097B-40DE-B2F1-B460E94DB84B}">
                <a16:creationId xmlns:a16="http://schemas.microsoft.com/office/drawing/2010/main" id="{7E4D8DD8-6144-4E13-97AD-9B466FE965B3}"/>
              </a:ext>
            </a:extLst>
          </p:cNvPr>
          <p:cNvSpPr>
            <a:spLocks noGrp="true"/>
          </p:cNvSpPr>
          <p:nvPr>
            <p:ph idx="5" type="pic"/>
          </p:nvPr>
        </p:nvSpPr>
        <p:spPr>
          <a:xfrm rot="0">
            <a:off x="6581774" y="1474787"/>
            <a:ext cx="1724025"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11" name="Content Placeholder 2">
            <a:extLst>
              <a:ext uri="{8B8F86B9-4122-4FFF-BF61-F243ED834BE9}">
                <a16:creationId xmlns:a16="http://schemas.microsoft.com/office/drawing/2010/main" id="{DFC955B5-BD8E-45BD-AF4F-6D3FBA876238}"/>
              </a:ext>
            </a:extLst>
          </p:cNvPr>
          <p:cNvSpPr>
            <a:spLocks noGrp="true"/>
          </p:cNvSpPr>
          <p:nvPr>
            <p:ph idx="6" type="body"/>
          </p:nvPr>
        </p:nvSpPr>
        <p:spPr>
          <a:xfrm rot="0">
            <a:off x="6496050" y="3810000"/>
            <a:ext cx="1882775" cy="523875"/>
          </a:xfrm>
          <a:prstGeom prst="rect">
            <a:avLst/>
          </a:prstGeom>
        </p:spPr>
        <p:txBody>
          <a:bodyPr anchor="t" rtlCol="0">
            <a:normAutofit/>
          </a:bodyPr>
          <a:lstStyle>
            <a:lvl1pPr algn="ctr" indent="0" lvl="0" marL="0">
              <a:lnSpc>
                <a:spcPct val="100000"/>
              </a:lnSpc>
              <a:buFont typeface="Arial"/>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Font typeface="Arial"/>
              <a:buChar char="»"/>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2" name="Slide Number Placeholder 4">
            <a:extLst>
              <a:ext uri="{F7961699-F0F8-443F-8321-EBD57C343743}">
                <a16:creationId xmlns:a16="http://schemas.microsoft.com/office/drawing/2010/main" id="{C3987A4C-ACFB-4C73-8C9B-805AB7C2FE04}"/>
              </a:ext>
            </a:extLst>
          </p:cNvPr>
          <p:cNvSpPr>
            <a:spLocks noGrp="true"/>
          </p:cNvSpPr>
          <p:nvPr>
            <p:ph idx="12" sz="quarter" type="sldNum"/>
          </p:nvPr>
        </p:nvSpPr>
        <p:spPr/>
        <p:txBody>
          <a:bodyPr rtlCol="0"/>
          <a:lstStyle/>
          <a:p>
            <a:pPr/>
            <a:r>
              <a:rPr dirty="0" lang="en-US"/>
              <a:t>&lt;#&gt;</a:t>
            </a:r>
            <a:endParaRPr dirty="0" lang="en-US"/>
          </a:p>
        </p:txBody>
      </p:sp>
      <p:sp>
        <p:nvSpPr>
          <p:cNvPr id="13" name="Footer Placeholder 3">
            <a:extLst>
              <a:ext uri="{1FFFD5F8-8BA4-4CA0-82F4-9D25EB698D54}">
                <a16:creationId xmlns:a16="http://schemas.microsoft.com/office/drawing/2010/main" id="{633EAB73-EE4D-439A-B217-D64C0A9262C0}"/>
              </a:ext>
            </a:extLst>
          </p:cNvPr>
          <p:cNvSpPr>
            <a:spLocks noGrp="true"/>
          </p:cNvSpPr>
          <p:nvPr>
            <p:ph idx="11" sz="quarter" type="ftr"/>
          </p:nvPr>
        </p:nvSpPr>
        <p:spPr/>
        <p:txBody>
          <a:bodyPr rtlCol="0"/>
          <a:lstStyle/>
          <a:p>
            <a:pPr/>
            <a:r>
              <a:rPr dirty="0" lang="en-US"/>
              <a:t>Footer</a:t>
            </a:r>
            <a:endParaRPr dirty="0" lang="en-US"/>
          </a:p>
        </p:txBody>
      </p:sp>
      <p:sp>
        <p:nvSpPr>
          <p:cNvPr id="14" name="Date Placeholder 1">
            <a:extLst>
              <a:ext uri="{33643D63-ECE3-459F-B238-AD24CA61D96A}">
                <a16:creationId xmlns:a16="http://schemas.microsoft.com/office/drawing/2010/main" id="{98CA2833-947E-4E0A-9DE8-7AFE9B07F483}"/>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BE70A3B2-8C89-4095-AC30-C98F49621085}">
        <p14:creationId xmlns:p14="http://schemas.microsoft.com/office/powerpoint/2010/main" val="1732852587557"/>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 and Images">
    <p:spTree>
      <p:nvGrpSpPr>
        <p:cNvPr id="1" name=""/>
        <p:cNvGrpSpPr/>
        <p:nvPr/>
      </p:nvGrpSpPr>
      <p:grpSpPr>
        <a:xfrm>
          <a:off x="0" y="0"/>
          <a:ext cx="0" cy="0"/>
          <a:chOff x="0" y="0"/>
          <a:chExt cx="0" cy="0"/>
        </a:xfrm>
      </p:grpSpPr>
      <p:sp>
        <p:nvSpPr>
          <p:cNvPr id="2" name="Title 1">
            <a:extLst>
              <a:ext uri="{13E0F91B-78ED-4589-B216-512BA93BEA1A}">
                <a16:creationId xmlns:a16="http://schemas.microsoft.com/office/drawing/2010/main" id="{19758580-7714-4559-89C5-87FEC835BCEA}"/>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Picture Placeholder 2">
            <a:extLst>
              <a:ext uri="{6E1E0B20-097F-4253-940C-9188851AD852}">
                <a16:creationId xmlns:a16="http://schemas.microsoft.com/office/drawing/2010/main" id="{2CE9135C-9DE3-4803-A5A6-CCF12999849F}"/>
              </a:ext>
            </a:extLst>
          </p:cNvPr>
          <p:cNvSpPr>
            <a:spLocks noGrp="true"/>
          </p:cNvSpPr>
          <p:nvPr>
            <p:ph idx="1" type="pic"/>
          </p:nvPr>
        </p:nvSpPr>
        <p:spPr>
          <a:xfrm rot="0">
            <a:off x="3048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4" name="Picture Placeholder 2">
            <a:extLst>
              <a:ext uri="{D6D023A0-58DA-48B5-830B-BEC4836E47C8}">
                <a16:creationId xmlns:a16="http://schemas.microsoft.com/office/drawing/2010/main" id="{4C810131-9A73-4DAD-ACAA-8513B9DB99C6}"/>
              </a:ext>
            </a:extLst>
          </p:cNvPr>
          <p:cNvSpPr>
            <a:spLocks noGrp="true"/>
          </p:cNvSpPr>
          <p:nvPr>
            <p:ph idx="2" type="pic"/>
          </p:nvPr>
        </p:nvSpPr>
        <p:spPr>
          <a:xfrm rot="0">
            <a:off x="24701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5" name="Picture Placeholder 2">
            <a:extLst>
              <a:ext uri="{BFC4FA8A-A14F-4D60-AE25-4E982DFC9E0C}">
                <a16:creationId xmlns:a16="http://schemas.microsoft.com/office/drawing/2010/main" id="{3FEC3490-6737-452E-8760-6B86CACB1F9C}"/>
              </a:ext>
            </a:extLst>
          </p:cNvPr>
          <p:cNvSpPr>
            <a:spLocks noGrp="true"/>
          </p:cNvSpPr>
          <p:nvPr>
            <p:ph idx="3" type="pic"/>
          </p:nvPr>
        </p:nvSpPr>
        <p:spPr>
          <a:xfrm rot="0">
            <a:off x="46355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Picture Placeholder 2">
            <a:extLst>
              <a:ext uri="{FF5C63C6-ECA6-49B5-84BB-16245E147D35}">
                <a16:creationId xmlns:a16="http://schemas.microsoft.com/office/drawing/2010/main" id="{4FB283BE-4678-413C-BAFD-AE1F8098F539}"/>
              </a:ext>
            </a:extLst>
          </p:cNvPr>
          <p:cNvSpPr>
            <a:spLocks noGrp="true"/>
          </p:cNvSpPr>
          <p:nvPr>
            <p:ph idx="4" type="pic"/>
          </p:nvPr>
        </p:nvSpPr>
        <p:spPr>
          <a:xfrm rot="0">
            <a:off x="68008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Slide Number Placeholder 4">
            <a:extLst>
              <a:ext uri="{5B5E0213-D229-4C8A-A023-37CE0D7C04A0}">
                <a16:creationId xmlns:a16="http://schemas.microsoft.com/office/drawing/2010/main" id="{43F9AF79-C8E8-434F-B5DC-219289046B92}"/>
              </a:ext>
            </a:extLst>
          </p:cNvPr>
          <p:cNvSpPr>
            <a:spLocks noGrp="true"/>
          </p:cNvSpPr>
          <p:nvPr>
            <p:ph idx="12" sz="quarter" type="sldNum"/>
          </p:nvPr>
        </p:nvSpPr>
        <p:spPr/>
        <p:txBody>
          <a:bodyPr rtlCol="0"/>
          <a:lstStyle/>
          <a:p>
            <a:pPr/>
            <a:r>
              <a:rPr dirty="0" lang="en-US"/>
              <a:t>&lt;#&gt;</a:t>
            </a:r>
            <a:endParaRPr dirty="0" lang="en-US"/>
          </a:p>
        </p:txBody>
      </p:sp>
      <p:sp>
        <p:nvSpPr>
          <p:cNvPr id="8" name="Footer Placeholder 3">
            <a:extLst>
              <a:ext uri="{D653DF02-C611-40CE-A936-0799E04C7BA1}">
                <a16:creationId xmlns:a16="http://schemas.microsoft.com/office/drawing/2010/main" id="{4D2CF4B8-66D6-45C9-967E-3F30040975C2}"/>
              </a:ext>
            </a:extLst>
          </p:cNvPr>
          <p:cNvSpPr>
            <a:spLocks noGrp="true"/>
          </p:cNvSpPr>
          <p:nvPr>
            <p:ph idx="11" sz="quarter" type="ftr"/>
          </p:nvPr>
        </p:nvSpPr>
        <p:spPr/>
        <p:txBody>
          <a:bodyPr rtlCol="0"/>
          <a:lstStyle/>
          <a:p>
            <a:pPr/>
            <a:r>
              <a:rPr dirty="0" lang="en-US"/>
              <a:t>Footer</a:t>
            </a:r>
            <a:endParaRPr dirty="0" lang="en-US"/>
          </a:p>
        </p:txBody>
      </p:sp>
      <p:sp>
        <p:nvSpPr>
          <p:cNvPr id="9" name="Date Placeholder 1">
            <a:extLst>
              <a:ext uri="{1441E824-66A6-41BF-BE7D-3BBC249EEAD3}">
                <a16:creationId xmlns:a16="http://schemas.microsoft.com/office/drawing/2010/main" id="{9B89AFDC-19B4-48FF-81BB-DEE36CD9C08C}"/>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E62BE142-2ACA-4128-9E48-C99C32F507A7}">
        <p14:creationId xmlns:p14="http://schemas.microsoft.com/office/powerpoint/2010/main" val="1732852587559"/>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Pr>
        <a:solidFill>
          <a:schemeClr val="bg1"/>
        </a:solidFill>
        <a:effectLst/>
      </p:bgPr>
    </p:bg>
    <p:spTree>
      <p:nvGrpSpPr>
        <p:cNvPr id="1" name=""/>
        <p:cNvGrpSpPr/>
        <p:nvPr/>
      </p:nvGrpSpPr>
      <p:grpSpPr>
        <a:xfrm>
          <a:off x="0" y="0"/>
          <a:ext cx="0" cy="0"/>
          <a:chOff x="0" y="0"/>
          <a:chExt cx="0" cy="0"/>
        </a:xfrm>
      </p:grpSpPr>
      <p:sp>
        <p:nvSpPr>
          <p:cNvPr hidden="true" id="2" name="Slide Number Placeholder 5">
            <a:extLst>
              <a:ext uri="{A654BD76-0C56-41B3-8122-F4A022EAA6F1}">
                <a16:creationId xmlns:a16="http://schemas.microsoft.com/office/drawing/2010/main" id="{1517D183-9D72-4D7F-A131-FE36E18C8399}"/>
              </a:ext>
            </a:extLst>
          </p:cNvPr>
          <p:cNvSpPr txBox="1">
            <a:spLocks noGrp="true"/>
          </p:cNvSpPr>
          <p:nvPr/>
        </p:nvSpPr>
        <p:spPr>
          <a:xfrm rot="0">
            <a:off x="6123448" y="4771233"/>
            <a:ext cx="2133600" cy="273844"/>
          </a:xfrm>
          <a:prstGeom prst="rect">
            <a:avLst/>
          </a:prstGeom>
          <a:effectLst/>
        </p:spPr>
        <p:txBody>
          <a:bodyPr anchor="ctr" bIns="45720" lIns="91440" numCol="1" rIns="91440" rtlCol="0" spcCol="0" tIns="45720"/>
          <a:lstStyle>
            <a:lvl1pPr algn="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r" lvl="0" marL="0" rtl="false">
              <a:defRPr b="0" dirty="0" i="0" lang="en-US" sz="600">
                <a:solidFill>
                  <a:schemeClr val="bg1">
                    <a:lumMod val="50000"/>
                  </a:schemeClr>
                </a:solidFill>
                <a:latin typeface="+mn-lt"/>
              </a:defRPr>
            </a:pPr>
            <a:r>
              <a:rPr dirty="0" lang="en-US"/>
              <a:t>&lt;#&gt;</a:t>
            </a:r>
            <a:endParaRPr dirty="0" lang="en-US"/>
          </a:p>
        </p:txBody>
      </p:sp>
      <p:sp>
        <p:nvSpPr>
          <p:cNvPr hidden="true" id="3" name="Footer Placeholder 4">
            <a:extLst>
              <a:ext uri="{BEB0349C-6E6E-4858-A1E2-8E9B31A35363}">
                <a16:creationId xmlns:a16="http://schemas.microsoft.com/office/drawing/2010/main" id="{BEA20053-ED5F-468A-9737-C5911672F4FB}"/>
              </a:ext>
            </a:extLst>
          </p:cNvPr>
          <p:cNvSpPr txBox="1">
            <a:spLocks noGrp="true"/>
          </p:cNvSpPr>
          <p:nvPr/>
        </p:nvSpPr>
        <p:spPr>
          <a:xfrm rot="0">
            <a:off x="3124200" y="4771233"/>
            <a:ext cx="2895600" cy="273844"/>
          </a:xfrm>
          <a:prstGeom prst="rect">
            <a:avLst/>
          </a:prstGeom>
          <a:effectLst/>
        </p:spPr>
        <p:txBody>
          <a:bodyPr anchor="ctr" bIns="45720" lIns="91440" numCol="1" rIns="91440" rtlCol="0" spcCol="0" tIns="45720"/>
          <a:lstStyle>
            <a:lvl1pPr algn="ct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ctr" lvl="0" marL="0" rtl="false">
              <a:defRPr b="0" dirty="0" i="0" lang="en-US" sz="600">
                <a:solidFill>
                  <a:schemeClr val="bg1">
                    <a:lumMod val="50000"/>
                  </a:schemeClr>
                </a:solidFill>
                <a:latin typeface="+mn-lt"/>
              </a:defRPr>
            </a:pPr>
            <a:r>
              <a:rPr dirty="0" lang="en-US"/>
              <a:t>Footer</a:t>
            </a:r>
            <a:endParaRPr dirty="0" lang="en-US"/>
          </a:p>
        </p:txBody>
      </p:sp>
      <p:sp>
        <p:nvSpPr>
          <p:cNvPr hidden="true" id="4" name="Date Placeholder 3">
            <a:extLst>
              <a:ext uri="{67622ECF-BDF9-43AB-B910-68FF2A606D1C}">
                <a16:creationId xmlns:a16="http://schemas.microsoft.com/office/drawing/2010/main" id="{45AAC1CE-FB89-4E49-8C6F-22DF70FC0990}"/>
              </a:ext>
            </a:extLst>
          </p:cNvPr>
          <p:cNvSpPr txBox="1">
            <a:spLocks noGrp="true"/>
          </p:cNvSpPr>
          <p:nvPr/>
        </p:nvSpPr>
        <p:spPr>
          <a:xfrm rot="0">
            <a:off x="894633" y="4771233"/>
            <a:ext cx="2133600" cy="273844"/>
          </a:xfrm>
          <a:prstGeom prst="rect">
            <a:avLst/>
          </a:prstGeom>
          <a:effectLst/>
        </p:spPr>
        <p:txBody>
          <a:bodyPr anchor="ctr" bIns="45720" lIns="91440" numCol="1" rIns="91440" rtlCol="0" spcCol="0" tIns="45720"/>
          <a:lstStyle>
            <a:lvl1pPr algn="l"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l" lvl="0" marL="0" rtl="false">
              <a:defRPr b="0" dirty="0" i="0" lang="en-US" sz="600">
                <a:solidFill>
                  <a:schemeClr val="bg1">
                    <a:lumMod val="50000"/>
                  </a:schemeClr>
                </a:solidFill>
                <a:latin typeface="+mn-lt"/>
              </a:defRPr>
            </a:pPr>
            <a:r>
              <a:rPr dirty="0" lang="en-US"/>
              <a:t>Date</a:t>
            </a:r>
            <a:endParaRPr dirty="0" lang="en-US"/>
          </a:p>
        </p:txBody>
      </p:sp>
      <p:sp>
        <p:nvSpPr>
          <p:cNvPr hidden="true" id="5" name="Slide Number Placeholder 5">
            <a:extLst>
              <a:ext uri="{BE13619B-ECB1-4261-B027-6EBC7888EB2A}">
                <a16:creationId xmlns:a16="http://schemas.microsoft.com/office/drawing/2010/main" id="{36749350-BAB5-44CD-88B4-DDD7C98A0334}"/>
              </a:ext>
            </a:extLst>
          </p:cNvPr>
          <p:cNvSpPr txBox="1">
            <a:spLocks noGrp="true"/>
          </p:cNvSpPr>
          <p:nvPr/>
        </p:nvSpPr>
        <p:spPr>
          <a:xfrm rot="0">
            <a:off x="6123448" y="4771233"/>
            <a:ext cx="2133600" cy="273844"/>
          </a:xfrm>
          <a:prstGeom prst="rect">
            <a:avLst/>
          </a:prstGeom>
          <a:effectLst/>
        </p:spPr>
        <p:txBody>
          <a:bodyPr anchor="ctr" bIns="45720" lIns="91440" numCol="1" rIns="91440" rtlCol="0" spcCol="0" tIns="45720"/>
          <a:lstStyle>
            <a:lvl1pPr algn="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r" lvl="0" marL="0" rtl="false">
              <a:defRPr b="0" dirty="0" i="0" lang="en-US" sz="600">
                <a:solidFill>
                  <a:schemeClr val="bg1">
                    <a:lumMod val="50000"/>
                  </a:schemeClr>
                </a:solidFill>
                <a:latin typeface="+mn-lt"/>
              </a:defRPr>
            </a:pPr>
            <a:r>
              <a:rPr dirty="0" lang="en-US"/>
              <a:t>&lt;#&gt;</a:t>
            </a:r>
            <a:endParaRPr dirty="0" lang="en-US"/>
          </a:p>
        </p:txBody>
      </p:sp>
      <p:sp>
        <p:nvSpPr>
          <p:cNvPr hidden="true" id="6" name="Footer Placeholder 4">
            <a:extLst>
              <a:ext uri="{C2BB1744-85F7-4955-9AC9-284B1630C607}">
                <a16:creationId xmlns:a16="http://schemas.microsoft.com/office/drawing/2010/main" id="{FD282712-6549-4412-9867-D5C3753CB00F}"/>
              </a:ext>
            </a:extLst>
          </p:cNvPr>
          <p:cNvSpPr txBox="1">
            <a:spLocks noGrp="true"/>
          </p:cNvSpPr>
          <p:nvPr/>
        </p:nvSpPr>
        <p:spPr>
          <a:xfrm rot="0">
            <a:off x="3124200" y="4771233"/>
            <a:ext cx="2895600" cy="273844"/>
          </a:xfrm>
          <a:prstGeom prst="rect">
            <a:avLst/>
          </a:prstGeom>
          <a:effectLst/>
        </p:spPr>
        <p:txBody>
          <a:bodyPr anchor="ctr" bIns="45720" lIns="91440" numCol="1" rIns="91440" rtlCol="0" spcCol="0" tIns="45720"/>
          <a:lstStyle>
            <a:lvl1pPr algn="ct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ctr" lvl="0" marL="0" rtl="false">
              <a:defRPr b="0" dirty="0" i="0" lang="en-US" sz="600">
                <a:solidFill>
                  <a:schemeClr val="bg1">
                    <a:lumMod val="50000"/>
                  </a:schemeClr>
                </a:solidFill>
                <a:latin typeface="+mn-lt"/>
              </a:defRPr>
            </a:pPr>
            <a:r>
              <a:rPr dirty="0" lang="en-US"/>
              <a:t>Footer</a:t>
            </a:r>
            <a:endParaRPr dirty="0" lang="en-US"/>
          </a:p>
        </p:txBody>
      </p:sp>
      <p:sp>
        <p:nvSpPr>
          <p:cNvPr hidden="true" id="7" name="Date Placeholder 3">
            <a:extLst>
              <a:ext uri="{87AE0988-39DE-43D0-9730-FF493EE6A1DF}">
                <a16:creationId xmlns:a16="http://schemas.microsoft.com/office/drawing/2010/main" id="{535C77C8-48E9-4807-9548-ADAC5585CBB8}"/>
              </a:ext>
            </a:extLst>
          </p:cNvPr>
          <p:cNvSpPr txBox="1">
            <a:spLocks noGrp="true"/>
          </p:cNvSpPr>
          <p:nvPr/>
        </p:nvSpPr>
        <p:spPr>
          <a:xfrm rot="0">
            <a:off x="894633" y="4771233"/>
            <a:ext cx="2133600" cy="273844"/>
          </a:xfrm>
          <a:prstGeom prst="rect">
            <a:avLst/>
          </a:prstGeom>
          <a:effectLst/>
        </p:spPr>
        <p:txBody>
          <a:bodyPr anchor="ctr" bIns="45720" lIns="91440" numCol="1" rIns="91440" rtlCol="0" spcCol="0" tIns="45720"/>
          <a:lstStyle>
            <a:lvl1pPr algn="l"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l" lvl="0" marL="0" rtl="false">
              <a:defRPr b="0" dirty="0" i="0" lang="en-US" sz="600">
                <a:solidFill>
                  <a:schemeClr val="bg1">
                    <a:lumMod val="50000"/>
                  </a:schemeClr>
                </a:solidFill>
                <a:latin typeface="+mn-lt"/>
              </a:defRPr>
            </a:pPr>
            <a:r>
              <a:rPr dirty="0" lang="en-US"/>
              <a:t>Date</a:t>
            </a:r>
            <a:endParaRPr dirty="0" lang="en-US"/>
          </a:p>
        </p:txBody>
      </p:sp>
      <p:sp>
        <p:nvSpPr>
          <p:cNvPr hidden="true" id="8" name="Slide Number Placeholder 5">
            <a:extLst>
              <a:ext uri="{7A24EC72-AEA5-4A5B-9525-B6D81CFA89CC}">
                <a16:creationId xmlns:a16="http://schemas.microsoft.com/office/drawing/2010/main" id="{F34B610D-7AF4-4F67-A88F-1254488AC720}"/>
              </a:ext>
            </a:extLst>
          </p:cNvPr>
          <p:cNvSpPr txBox="1">
            <a:spLocks noGrp="true"/>
          </p:cNvSpPr>
          <p:nvPr/>
        </p:nvSpPr>
        <p:spPr>
          <a:xfrm rot="0">
            <a:off x="6123448" y="4771233"/>
            <a:ext cx="2133600" cy="273844"/>
          </a:xfrm>
          <a:prstGeom prst="rect">
            <a:avLst/>
          </a:prstGeom>
          <a:effectLst/>
        </p:spPr>
        <p:txBody>
          <a:bodyPr anchor="ctr" bIns="45720" lIns="91440" numCol="1" rIns="91440" rtlCol="0" spcCol="0" tIns="45720"/>
          <a:lstStyle>
            <a:lvl1pPr algn="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r" lvl="0" marL="0" rtl="false">
              <a:defRPr b="0" dirty="0" i="0" lang="en-US" sz="600">
                <a:solidFill>
                  <a:schemeClr val="bg1">
                    <a:lumMod val="50000"/>
                  </a:schemeClr>
                </a:solidFill>
                <a:latin typeface="+mn-lt"/>
              </a:defRPr>
            </a:pPr>
            <a:r>
              <a:rPr dirty="0" lang="en-US"/>
              <a:t>&lt;#&gt;</a:t>
            </a:r>
            <a:endParaRPr dirty="0" lang="en-US"/>
          </a:p>
        </p:txBody>
      </p:sp>
      <p:sp>
        <p:nvSpPr>
          <p:cNvPr hidden="true" id="9" name="Footer Placeholder 4">
            <a:extLst>
              <a:ext uri="{5D80B2CA-DF76-435E-B1FA-EB995F3DD067}">
                <a16:creationId xmlns:a16="http://schemas.microsoft.com/office/drawing/2010/main" id="{2526B0A8-FC21-45BF-B17C-CBEC2CEBE11F}"/>
              </a:ext>
            </a:extLst>
          </p:cNvPr>
          <p:cNvSpPr txBox="1">
            <a:spLocks noGrp="true"/>
          </p:cNvSpPr>
          <p:nvPr/>
        </p:nvSpPr>
        <p:spPr>
          <a:xfrm rot="0">
            <a:off x="3124200" y="4771233"/>
            <a:ext cx="2895600" cy="273844"/>
          </a:xfrm>
          <a:prstGeom prst="rect">
            <a:avLst/>
          </a:prstGeom>
          <a:effectLst/>
        </p:spPr>
        <p:txBody>
          <a:bodyPr anchor="ctr" bIns="45720" lIns="91440" numCol="1" rIns="91440" rtlCol="0" spcCol="0" tIns="45720"/>
          <a:lstStyle>
            <a:lvl1pPr algn="ctr"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ctr" lvl="0" marL="0" rtl="false">
              <a:defRPr b="0" dirty="0" i="0" lang="en-US" sz="600">
                <a:solidFill>
                  <a:schemeClr val="bg1">
                    <a:lumMod val="50000"/>
                  </a:schemeClr>
                </a:solidFill>
                <a:latin typeface="+mn-lt"/>
              </a:defRPr>
            </a:pPr>
            <a:r>
              <a:rPr dirty="0" lang="en-US"/>
              <a:t>Footer</a:t>
            </a:r>
            <a:endParaRPr dirty="0" lang="en-US"/>
          </a:p>
        </p:txBody>
      </p:sp>
      <p:sp>
        <p:nvSpPr>
          <p:cNvPr hidden="true" id="10" name="Date Placeholder 3">
            <a:extLst>
              <a:ext uri="{B5DDE2EE-3708-4CE3-B541-FB885AD2F42C}">
                <a16:creationId xmlns:a16="http://schemas.microsoft.com/office/drawing/2010/main" id="{E506A077-FAB9-4ED8-A07F-F02194F3BB5D}"/>
              </a:ext>
            </a:extLst>
          </p:cNvPr>
          <p:cNvSpPr txBox="1">
            <a:spLocks noGrp="true"/>
          </p:cNvSpPr>
          <p:nvPr/>
        </p:nvSpPr>
        <p:spPr>
          <a:xfrm rot="0">
            <a:off x="894633" y="4771233"/>
            <a:ext cx="2133600" cy="273844"/>
          </a:xfrm>
          <a:prstGeom prst="rect">
            <a:avLst/>
          </a:prstGeom>
          <a:effectLst/>
        </p:spPr>
        <p:txBody>
          <a:bodyPr anchor="ctr" bIns="45720" lIns="91440" numCol="1" rIns="91440" rtlCol="0" spcCol="0" tIns="45720"/>
          <a:lstStyle>
            <a:lvl1pPr algn="l" lvl="0" marL="0" rtl="false">
              <a:lnSpc>
                <a:spcPct val="100000"/>
              </a:lnSpc>
              <a:defRPr b="0" dirty="0" i="0" lang="en-US" sz="600">
                <a:solidFill>
                  <a:schemeClr val="bg1">
                    <a:lumMod val="50000"/>
                  </a:schemeClr>
                </a:solidFill>
                <a:latin typeface="Roboto"/>
              </a:defRPr>
            </a:lvl1pPr>
            <a:lvl2pPr algn="l" lvl="1" marL="457200" rtl="false">
              <a:lnSpc>
                <a:spcPct val="100000"/>
              </a:lnSpc>
              <a:defRPr dirty="0" lang="en-US" sz="1800">
                <a:solidFill>
                  <a:schemeClr val="tx1"/>
                </a:solidFill>
                <a:latin typeface="Roboto"/>
              </a:defRPr>
            </a:lvl2pPr>
            <a:lvl3pPr algn="l" lvl="2" marL="914400" rtl="false">
              <a:lnSpc>
                <a:spcPct val="100000"/>
              </a:lnSpc>
              <a:defRPr dirty="0" lang="en-US" sz="1800">
                <a:solidFill>
                  <a:schemeClr val="tx1"/>
                </a:solidFill>
                <a:latin typeface="Roboto"/>
              </a:defRPr>
            </a:lvl3pPr>
            <a:lvl4pPr algn="l" lvl="3" marL="1371600" rtl="false">
              <a:lnSpc>
                <a:spcPct val="100000"/>
              </a:lnSpc>
              <a:defRPr dirty="0" lang="en-US" sz="1800">
                <a:solidFill>
                  <a:schemeClr val="tx1"/>
                </a:solidFill>
                <a:latin typeface="Roboto"/>
              </a:defRPr>
            </a:lvl4pPr>
            <a:lvl5pPr algn="l" lvl="4" marL="1828800" rtl="false">
              <a:lnSpc>
                <a:spcPct val="100000"/>
              </a:lnSpc>
              <a:defRPr dirty="0" lang="en-US" sz="1800">
                <a:solidFill>
                  <a:schemeClr val="tx1"/>
                </a:solidFill>
                <a:latin typeface="Roboto"/>
              </a:defRPr>
            </a:lvl5pPr>
            <a:lvl6pPr algn="l" lvl="5" marL="2286000" rtl="false">
              <a:lnSpc>
                <a:spcPct val="100000"/>
              </a:lnSpc>
              <a:defRPr dirty="0" lang="en-US" sz="1800">
                <a:solidFill>
                  <a:schemeClr val="tx1"/>
                </a:solidFill>
                <a:latin typeface="Roboto"/>
              </a:defRPr>
            </a:lvl6pPr>
            <a:lvl7pPr algn="l" lvl="6" marL="2743200" rtl="false">
              <a:lnSpc>
                <a:spcPct val="100000"/>
              </a:lnSpc>
              <a:defRPr dirty="0" lang="en-US" sz="1800">
                <a:solidFill>
                  <a:schemeClr val="tx1"/>
                </a:solidFill>
                <a:latin typeface="Roboto"/>
              </a:defRPr>
            </a:lvl7pPr>
            <a:lvl8pPr algn="l" lvl="7" marL="3200400" rtl="false">
              <a:lnSpc>
                <a:spcPct val="100000"/>
              </a:lnSpc>
              <a:defRPr dirty="0" lang="en-US" sz="1800">
                <a:solidFill>
                  <a:schemeClr val="tx1"/>
                </a:solidFill>
                <a:latin typeface="Roboto"/>
              </a:defRPr>
            </a:lvl8pPr>
            <a:lvl9pPr algn="l" lvl="8" marL="3657600" rtl="false">
              <a:lnSpc>
                <a:spcPct val="100000"/>
              </a:lnSpc>
              <a:defRPr dirty="0" lang="en-US" sz="1800">
                <a:solidFill>
                  <a:schemeClr val="tx1"/>
                </a:solidFill>
                <a:latin typeface="Roboto"/>
              </a:defRPr>
            </a:lvl9pPr>
          </a:lstStyle>
          <a:p>
            <a:pPr algn="l" lvl="0" marL="0" rtl="false">
              <a:defRPr b="0" dirty="0" i="0" lang="en-US" sz="600">
                <a:solidFill>
                  <a:schemeClr val="bg1">
                    <a:lumMod val="50000"/>
                  </a:schemeClr>
                </a:solidFill>
                <a:latin typeface="+mn-lt"/>
              </a:defRPr>
            </a:pPr>
            <a:r>
              <a:rPr dirty="0" lang="en-US"/>
              <a:t>Date</a:t>
            </a:r>
            <a:endParaRPr dirty="0" lang="en-US"/>
          </a:p>
        </p:txBody>
      </p:sp>
      <p:sp>
        <p:nvSpPr>
          <p:cNvPr id="11" name="Title Placeholder 1">
            <a:extLst>
              <a:ext uri="{F297576F-D694-45CE-8573-D838838C669F}">
                <a16:creationId xmlns:a16="http://schemas.microsoft.com/office/drawing/2010/main" id="{93AE863C-DB56-43C5-856B-41DEEA1FE957}"/>
              </a:ext>
            </a:extLst>
          </p:cNvPr>
          <p:cNvSpPr>
            <a:spLocks noGrp="true"/>
          </p:cNvSpPr>
          <p:nvPr>
            <p:ph type="title"/>
          </p:nvPr>
        </p:nvSpPr>
        <p:spPr>
          <a:xfrm rot="0">
            <a:off x="762000" y="349045"/>
            <a:ext cx="7620000" cy="857250"/>
          </a:xfrm>
          <a:prstGeom prst="rect">
            <a:avLst/>
          </a:prstGeom>
        </p:spPr>
        <p:txBody>
          <a:bodyPr anchor="b" bIns="45720" lIns="91440" rIns="91440" rtlCol="0" tIns="45720">
            <a:noAutofit/>
          </a:bodyPr>
          <a:lstStyle/>
          <a:p>
            <a:pPr/>
            <a:r>
              <a:rPr dirty="0" lang="en-US"/>
              <a:t>Click to edit Master title style</a:t>
            </a:r>
            <a:endParaRPr dirty="0" lang="en-US"/>
          </a:p>
        </p:txBody>
      </p:sp>
      <p:sp>
        <p:nvSpPr>
          <p:cNvPr id="12" name="Text Placeholder 2">
            <a:extLst>
              <a:ext uri="{EDD05BCD-C1ED-4572-A994-71AF7C1347D7}">
                <a16:creationId xmlns:a16="http://schemas.microsoft.com/office/drawing/2010/main" id="{08FE76CC-6419-4E7D-94F3-CBA0CD889055}"/>
              </a:ext>
            </a:extLst>
          </p:cNvPr>
          <p:cNvSpPr>
            <a:spLocks noGrp="true"/>
          </p:cNvSpPr>
          <p:nvPr>
            <p:ph idx="1" type="body"/>
          </p:nvPr>
        </p:nvSpPr>
        <p:spPr>
          <a:xfrm rot="0">
            <a:off x="762000" y="1428750"/>
            <a:ext cx="7620000" cy="3048000"/>
          </a:xfrm>
          <a:prstGeom prst="rect">
            <a:avLst/>
          </a:prstGeom>
        </p:spPr>
        <p:txBody>
          <a:bodyPr bIns="45720" lIns="91440" rIns="91440" rtlCol="0" tIns="93600">
            <a:normAutofit fontScale="100000" lnSpcReduction="0"/>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13" name="Slide Number Placeholder 5">
            <a:extLst>
              <a:ext uri="{22F55460-4505-4664-8E0A-2E4383DE76B3}">
                <a16:creationId xmlns:a16="http://schemas.microsoft.com/office/drawing/2010/main" id="{2439FF04-75D6-41F7-8734-64135078E55C}"/>
              </a:ext>
            </a:extLst>
          </p:cNvPr>
          <p:cNvSpPr>
            <a:spLocks noGrp="true"/>
          </p:cNvSpPr>
          <p:nvPr>
            <p:ph idx="4" sz="quarter" type="sldNum"/>
          </p:nvPr>
        </p:nvSpPr>
        <p:spPr>
          <a:xfrm rot="0">
            <a:off x="7767815" y="4695033"/>
            <a:ext cx="613018" cy="285750"/>
          </a:xfrm>
          <a:prstGeom prst="rect">
            <a:avLst/>
          </a:prstGeom>
        </p:spPr>
        <p:txBody>
          <a:bodyPr anchor="ctr" bIns="45720" lIns="91440" rIns="91440" rtlCol="0" tIns="45720"/>
          <a:lstStyle>
            <a:lvl1pPr algn="r" lvl="0">
              <a:defRPr b="0" dirty="0" i="0" lang="en-US" sz="600">
                <a:solidFill>
                  <a:schemeClr val="bg1">
                    <a:lumMod val="50000"/>
                  </a:schemeClr>
                </a:solidFill>
                <a:latin typeface="+mn-lt"/>
              </a:defRPr>
            </a:lvl1pPr>
          </a:lstStyle>
          <a:p>
            <a:pPr/>
            <a:r>
              <a:rPr dirty="0" lang="en-US"/>
              <a:t>&lt;#&gt;</a:t>
            </a:r>
            <a:endParaRPr dirty="0" lang="en-US"/>
          </a:p>
        </p:txBody>
      </p:sp>
      <p:sp>
        <p:nvSpPr>
          <p:cNvPr hidden="false" id="14" name="Footer Placeholder 4">
            <a:extLst>
              <a:ext uri="{ADE32097-3E66-4A06-BC92-B791574EAE57}">
                <a16:creationId xmlns:a16="http://schemas.microsoft.com/office/drawing/2010/main" id="{C31AB1E7-A0A6-49DE-8AF2-B424925F3146}"/>
              </a:ext>
            </a:extLst>
          </p:cNvPr>
          <p:cNvSpPr>
            <a:spLocks noGrp="true"/>
          </p:cNvSpPr>
          <p:nvPr>
            <p:ph idx="3" sz="quarter" type="ftr"/>
          </p:nvPr>
        </p:nvSpPr>
        <p:spPr>
          <a:xfrm rot="0">
            <a:off x="2495550" y="4686300"/>
            <a:ext cx="5181600" cy="285750"/>
          </a:xfrm>
          <a:prstGeom prst="rect">
            <a:avLst/>
          </a:prstGeom>
        </p:spPr>
        <p:txBody>
          <a:bodyPr anchor="ctr" bIns="45720" lIns="91440" rIns="91440" rtlCol="0" tIns="45720"/>
          <a:lstStyle>
            <a:lvl1pPr algn="ctr" lvl="0">
              <a:defRPr b="0" dirty="0" i="0" lang="en-US" sz="600">
                <a:solidFill>
                  <a:schemeClr val="bg1">
                    <a:lumMod val="50000"/>
                  </a:schemeClr>
                </a:solidFill>
                <a:latin typeface="+mn-lt"/>
              </a:defRPr>
            </a:lvl1pPr>
          </a:lstStyle>
          <a:p>
            <a:pPr/>
            <a:r>
              <a:rPr dirty="0" lang="en-US"/>
              <a:t>Footer</a:t>
            </a:r>
            <a:endParaRPr dirty="0" lang="en-US"/>
          </a:p>
        </p:txBody>
      </p:sp>
      <p:sp>
        <p:nvSpPr>
          <p:cNvPr hidden="false" id="15" name="Date Placeholder 3">
            <a:extLst>
              <a:ext uri="{547A52C7-8370-4D68-A60E-12F9D9079092}">
                <a16:creationId xmlns:a16="http://schemas.microsoft.com/office/drawing/2010/main" id="{02C476F7-0C7D-44AB-99F9-4AEBA51E8BE9}"/>
              </a:ext>
            </a:extLst>
          </p:cNvPr>
          <p:cNvSpPr>
            <a:spLocks noGrp="true"/>
          </p:cNvSpPr>
          <p:nvPr>
            <p:ph idx="2" sz="half" type="dt"/>
          </p:nvPr>
        </p:nvSpPr>
        <p:spPr>
          <a:xfrm rot="0">
            <a:off x="762000" y="4695033"/>
            <a:ext cx="1639570" cy="285750"/>
          </a:xfrm>
          <a:prstGeom prst="rect">
            <a:avLst/>
          </a:prstGeom>
        </p:spPr>
        <p:txBody>
          <a:bodyPr anchor="ctr" bIns="45720" lIns="91440" rIns="91440" rtlCol="0" tIns="45720"/>
          <a:lstStyle>
            <a:lvl1pPr algn="l" lvl="0">
              <a:defRPr b="0" dirty="0" i="0" lang="en-US" sz="600">
                <a:solidFill>
                  <a:schemeClr val="bg1">
                    <a:lumMod val="50000"/>
                  </a:schemeClr>
                </a:solidFill>
                <a:latin typeface="+mn-lt"/>
              </a:defRPr>
            </a:lvl1pPr>
          </a:lstStyle>
          <a:p>
            <a:pPr/>
            <a:r>
              <a:rPr dirty="0" lang="en-US"/>
              <a:t>Date</a:t>
            </a:r>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l" lvl="0" rtl="false">
        <a:lnSpc>
          <a:spcPct val="100000"/>
        </a:lnSpc>
        <a:spcBef>
          <a:spcPct val="0"/>
        </a:spcBef>
        <a:buNone/>
        <a:defRPr b="1" dirty="0" i="0" lang="en-US" sz="3200">
          <a:solidFill>
            <a:schemeClr val="tx1"/>
          </a:solidFill>
          <a:latin typeface="+mj-lt"/>
        </a:defRPr>
      </a:lvl1pPr>
    </p:titleStyle>
    <p:bodyStyle>
      <a:lvl1pPr algn="l" indent="-342900" lvl="0" marL="342900" rtl="false">
        <a:spcBef>
          <a:spcPts val="1200"/>
        </a:spcBef>
        <a:buClr>
          <a:schemeClr val="accent1"/>
        </a:buClr>
        <a:buFont typeface="Arial"/>
        <a:buChar char="•"/>
        <a:defRPr b="0" dirty="0" i="0" lang="en-US" sz="1600">
          <a:solidFill>
            <a:schemeClr val="tx1"/>
          </a:solidFill>
          <a:latin typeface="+mn-lt"/>
        </a:defRPr>
      </a:lvl1pPr>
      <a:lvl2pPr algn="l" indent="-285750" lvl="1" marL="742950" rtl="false">
        <a:spcBef>
          <a:spcPts val="300"/>
        </a:spcBef>
        <a:buClr>
          <a:schemeClr val="tx1">
            <a:lumMod val="50000"/>
            <a:lumOff val="50000"/>
          </a:schemeClr>
        </a:buClr>
        <a:buFont typeface="Arial"/>
        <a:buChar char="-"/>
        <a:defRPr b="0" dirty="0" i="0" lang="en-US" sz="1400">
          <a:solidFill>
            <a:schemeClr val="bg1">
              <a:lumMod val="50000"/>
            </a:schemeClr>
          </a:solidFill>
          <a:latin typeface="+mn-lt"/>
        </a:defRPr>
      </a:lvl2pPr>
      <a:lvl3pPr algn="l" indent="-228600" lvl="2" marL="1143000" rtl="false">
        <a:spcBef>
          <a:spcPts val="300"/>
        </a:spcBef>
        <a:buClr>
          <a:schemeClr val="tx1">
            <a:lumMod val="50000"/>
            <a:lumOff val="50000"/>
          </a:schemeClr>
        </a:buClr>
        <a:buFont typeface="Arial"/>
        <a:buChar char="-"/>
        <a:defRPr b="0" dirty="0" i="0" lang="en-US" sz="1200">
          <a:solidFill>
            <a:schemeClr val="bg1">
              <a:lumMod val="50000"/>
            </a:schemeClr>
          </a:solidFill>
          <a:latin typeface="+mn-lt"/>
        </a:defRPr>
      </a:lvl3pPr>
      <a:lvl4pPr algn="l" indent="-228600" lvl="3" marL="1600200" rtl="false">
        <a:spcBef>
          <a:spcPts val="300"/>
        </a:spcBef>
        <a:buClr>
          <a:schemeClr val="tx1">
            <a:lumMod val="50000"/>
            <a:lumOff val="50000"/>
          </a:schemeClr>
        </a:buClr>
        <a:buFont typeface="Arial"/>
        <a:buChar char="-"/>
        <a:defRPr b="0" dirty="0" i="0" lang="en-US" sz="1000">
          <a:solidFill>
            <a:schemeClr val="bg1">
              <a:lumMod val="50000"/>
            </a:schemeClr>
          </a:solidFill>
          <a:latin typeface="+mn-lt"/>
        </a:defRPr>
      </a:lvl4pPr>
      <a:lvl5pPr algn="l" indent="-228600" lvl="4" marL="2057400" rtl="false">
        <a:spcBef>
          <a:spcPts val="300"/>
        </a:spcBef>
        <a:buClr>
          <a:schemeClr val="tx1">
            <a:lumMod val="50000"/>
            <a:lumOff val="50000"/>
          </a:schemeClr>
        </a:buClr>
        <a:buFont typeface="Arial"/>
        <a:buChar char="-"/>
        <a:defRPr b="0" dirty="0" i="0" lang="en-US" sz="900">
          <a:solidFill>
            <a:schemeClr val="bg1">
              <a:lumMod val="50000"/>
            </a:schemeClr>
          </a:solidFill>
          <a:latin typeface="+mn-lt"/>
        </a:defRPr>
      </a:lvl5pPr>
      <a:lvl6pPr algn="l" indent="-228600" lvl="5" marL="2514600" rtl="false">
        <a:spcBef>
          <a:spcPct val="20000"/>
        </a:spcBef>
        <a:buFont typeface="Arial"/>
        <a:buChar char="-"/>
        <a:defRPr b="0" dirty="0" i="0" lang="en-US" sz="900">
          <a:solidFill>
            <a:schemeClr val="bg1">
              <a:lumMod val="50000"/>
            </a:schemeClr>
          </a:solidFill>
          <a:latin typeface="+mn-lt"/>
        </a:defRPr>
      </a:lvl6pPr>
      <a:lvl7pPr algn="l" indent="-228600" lvl="6" marL="2971800" rtl="false">
        <a:spcBef>
          <a:spcPct val="20000"/>
        </a:spcBef>
        <a:buFont typeface="Arial"/>
        <a:buChar char="-"/>
        <a:defRPr b="0" dirty="0" i="0" lang="en-US" sz="900">
          <a:solidFill>
            <a:schemeClr val="bg1">
              <a:lumMod val="50000"/>
            </a:schemeClr>
          </a:solidFill>
          <a:latin typeface="+mn-lt"/>
        </a:defRPr>
      </a:lvl7pPr>
      <a:lvl8pPr algn="l" indent="-228600" lvl="7" marL="3429000" rtl="false">
        <a:spcBef>
          <a:spcPct val="20000"/>
        </a:spcBef>
        <a:buFont typeface="Arial"/>
        <a:buChar char="-"/>
        <a:defRPr b="0" dirty="0" i="0" lang="en-US" sz="900">
          <a:solidFill>
            <a:schemeClr val="bg1">
              <a:lumMod val="50000"/>
            </a:schemeClr>
          </a:solidFill>
          <a:latin typeface="+mn-lt"/>
        </a:defRPr>
      </a:lvl8pPr>
      <a:lvl9pPr algn="l" indent="-228600" lvl="8" marL="3886200" rtl="false">
        <a:spcBef>
          <a:spcPct val="20000"/>
        </a:spcBef>
        <a:buFont typeface="Arial"/>
        <a:buChar char="-"/>
        <a:defRPr b="0" dirty="0" i="0" lang="en-US" sz="900">
          <a:solidFill>
            <a:schemeClr val="bg1">
              <a:lumMod val="50000"/>
            </a:schemeClr>
          </a:solidFill>
          <a:latin typeface="+mn-lt"/>
        </a:defRPr>
      </a:lvl9pPr>
    </p:bodyStyle>
    <p:otherStyle>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2" Target="https://www.rappler.com/tachyon/r3-assets/612F469A6EA84F6BAE882D2B94A4B421/img/FE8DE58B88E24BEFB42FBD01F8D8E0D5/ph-constitution-amendments-february-18-2020.jpg" TargetMode="External" Type="http://schemas.openxmlformats.org/officeDocument/2006/relationships/image"/><Relationship Id="rId3" Target="https://thumbs.dreamstime.com/b/vintage-illustration-legal-symbols-scales-justice-gavel-old-books-328543963.jpg" TargetMode="External" Type="http://schemas.openxmlformats.org/officeDocument/2006/relationships/image"/><Relationship Id="rId4" Target="../tags/tag3.xml" Type="http://schemas.openxmlformats.org/officeDocument/2006/relationships/tags"/><Relationship Id="rId1" Target="../slideLayouts/slideLayout6.xml" Type="http://schemas.openxmlformats.org/officeDocument/2006/relationships/slideLayout"/></Relationships>
</file>

<file path=ppt/slides/_rels/slide2.xml.rels><?xml version="1.0" encoding="UTF-8" standalone="no"?><Relationships xmlns="http://schemas.openxmlformats.org/package/2006/relationships"><Relationship Id="rId2" Target="https://thumbs.dreamstime.com/b/vintage-illustration-legal-symbols-scales-justice-gavel-old-books-328543963.jpg" TargetMode="External" Type="http://schemas.openxmlformats.org/officeDocument/2006/relationships/image"/><Relationship Id="rId3" Target="../media/image22.png" Type="http://schemas.openxmlformats.org/officeDocument/2006/relationships/image"/><Relationship Id="rId4" Target="../tags/tag4.xml" Type="http://schemas.openxmlformats.org/officeDocument/2006/relationships/tag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2" Target="../media/image22.png" Type="http://schemas.openxmlformats.org/officeDocument/2006/relationships/image"/><Relationship Id="rId3" Target="../tags/tag5.xml" Type="http://schemas.openxmlformats.org/officeDocument/2006/relationships/tag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2" Target="../media/image22.png" Type="http://schemas.openxmlformats.org/officeDocument/2006/relationships/image"/><Relationship Id="rId3" Target="../tags/tag6.xml" Type="http://schemas.openxmlformats.org/officeDocument/2006/relationships/tags"/><Relationship Id="rId4" Target="../tags/tag7.xml" Type="http://schemas.openxmlformats.org/officeDocument/2006/relationships/tags"/><Relationship Id="rId5" Target="../tags/tag8.xml" Type="http://schemas.openxmlformats.org/officeDocument/2006/relationships/tags"/><Relationship Id="rId6" Target="../tags/tag9.xml" Type="http://schemas.openxmlformats.org/officeDocument/2006/relationships/tags"/><Relationship Id="rId7" Target="../tags/tag10.xml" Type="http://schemas.openxmlformats.org/officeDocument/2006/relationships/tags"/><Relationship Id="rId8" Target="../tags/tag11.xml" Type="http://schemas.openxmlformats.org/officeDocument/2006/relationships/tags"/><Relationship Id="rId9" Target="../tags/tag12.xml" Type="http://schemas.openxmlformats.org/officeDocument/2006/relationships/tags"/><Relationship Id="rId10" Target="../tags/tag13.xml" Type="http://schemas.openxmlformats.org/officeDocument/2006/relationships/tags"/><Relationship Id="rId11" Target="../tags/tag14.xml" Type="http://schemas.openxmlformats.org/officeDocument/2006/relationships/tags"/><Relationship Id="rId1" Target="../slideLayouts/slideLayout7.xml" Type="http://schemas.openxmlformats.org/officeDocument/2006/relationships/slideLayout"/></Relationships>
</file>

<file path=ppt/slides/_rels/slide5.xml.rels><?xml version="1.0" encoding="UTF-8" standalone="no"?><Relationships xmlns="http://schemas.openxmlformats.org/package/2006/relationships"><Relationship Id="rId2" Target="../media/image23.png" Type="http://schemas.openxmlformats.org/officeDocument/2006/relationships/image"/><Relationship Id="rId3" Target="../tags/tag15.xml" Type="http://schemas.openxmlformats.org/officeDocument/2006/relationships/tags"/><Relationship Id="rId4" Target="https://upload.wikimedia.org/wikipedia/commons/thumb/2/22/UltimosFilipinas.jpg/1200px-UltimosFilipinas.jpg" TargetMode="External" Type="http://schemas.openxmlformats.org/officeDocument/2006/relationships/image"/><Relationship Id="rId5" Target="../tags/tag16.xml" Type="http://schemas.openxmlformats.org/officeDocument/2006/relationships/tags"/><Relationship Id="rId1" Target="../slideLayouts/slideLayout7.xml" Type="http://schemas.openxmlformats.org/officeDocument/2006/relationships/slideLayout"/></Relationships>
</file>

<file path=ppt/slides/_rels/slide6.xml.rels><?xml version="1.0" encoding="UTF-8" standalone="no"?><Relationships xmlns="http://schemas.openxmlformats.org/package/2006/relationships"><Relationship Id="rId2" Target="https://upload.wikimedia.org/wikipedia/commons/thumb/6/62/Biaknabato.jpg/250px-Biaknabato.jpg" TargetMode="External" Type="http://schemas.openxmlformats.org/officeDocument/2006/relationships/image"/><Relationship Id="rId3" Target="https://blogger.googleusercontent.com/img/b/R29vZ2xl/AVvXsEjystiINldlKug_R7fyIZVHQw9EYNUZW6goQH-Ag-ygj_rEWlBkXIYmoGx4LoXRrxX9hqDhALsal6kpCciz9elFnwc-KIYmjMu3nolJN07kGlFrjiZmCUIRD0KonGMBlO6K5fYsL1OCdlFW/w1200-h630-p-k-no-nu/katipuneros.jpg" TargetMode="External"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tags/tag17.xml" Type="http://schemas.openxmlformats.org/officeDocument/2006/relationships/tags"/><Relationship Id="rId1" Target="../slideLayouts/slideLayout7.xml" Type="http://schemas.openxmlformats.org/officeDocument/2006/relationships/slideLayout"/></Relationships>
</file>

<file path=ppt/slides/_rels/slide7.xml.rels><?xml version="1.0" encoding="UTF-8" standalone="no"?><Relationships xmlns="http://schemas.openxmlformats.org/package/2006/relationships"><Relationship Id="rId2" Target="../media/image25.png" Type="http://schemas.openxmlformats.org/officeDocument/2006/relationships/image"/><Relationship Id="rId3" Target="https://live.staticflickr.com/3854/15019427817_9c405fa97c_z.jpg" TargetMode="External" Type="http://schemas.openxmlformats.org/officeDocument/2006/relationships/image"/><Relationship Id="rId4" Target="https://correctphilippines.org/wp-content/uploads/2011/09/Malolos-Constitution.jpg" TargetMode="External" Type="http://schemas.openxmlformats.org/officeDocument/2006/relationships/image"/><Relationship Id="rId5" Target="../tags/tag18.xml" Type="http://schemas.openxmlformats.org/officeDocument/2006/relationships/tags"/><Relationship Id="rId1" Target="../slideLayouts/slideLayout7.xml" Type="http://schemas.openxmlformats.org/officeDocument/2006/relationships/slideLayout"/></Relationships>
</file>

<file path=ppt/slides/_rels/slide8.xml.rels><?xml version="1.0" encoding="UTF-8" standalone="no"?><Relationships xmlns="http://schemas.openxmlformats.org/package/2006/relationships"><Relationship Id="rId2" Target="../tags/tag19.xml" Type="http://schemas.openxmlformats.org/officeDocument/2006/relationships/tags"/><Relationship Id="rId3" Target="https://media.istockphoto.com/id/1330168146/vector/antique-black-and-white-photograph-firing-line-philippines.jpg?s=612x612&amp;w=0&amp;k=20&amp;c=yP-xXurUx78VdW0B4cMJyGRPw15mR45YbNk_aBLnFu4=" TargetMode="External" Type="http://schemas.openxmlformats.org/officeDocument/2006/relationships/image"/><Relationship Id="rId4" Target="../media/image26.png" Type="http://schemas.openxmlformats.org/officeDocument/2006/relationships/image"/><Relationship Id="rId5" Target="https://upload.wikimedia.org/wikipedia/en/thumb/c/c9/Commonwealth_Flag_2013.svg/640px-Commonwealth_Flag_2013.svg.png" TargetMode="External" Type="http://schemas.openxmlformats.org/officeDocument/2006/relationships/image"/><Relationship Id="rId6" Target="../tags/tag20.xml" Type="http://schemas.openxmlformats.org/officeDocument/2006/relationships/tags"/><Relationship Id="rId1" Target="../slideLayouts/slideLayout7.xml" Type="http://schemas.openxmlformats.org/officeDocument/2006/relationships/slideLayout"/></Relationships>
</file>

<file path=ppt/slides/_rels/slide9.xml.rels><?xml version="1.0" encoding="UTF-8" standalone="no"?><Relationships xmlns="http://schemas.openxmlformats.org/package/2006/relationships"><Relationship Id="rId2" Target="https://i.redd.it/4rtfbwdpetqd1.jpeg" TargetMode="External" Type="http://schemas.openxmlformats.org/officeDocument/2006/relationships/image"/><Relationship Id="rId3" Target="../tags/tag21.xml" Type="http://schemas.openxmlformats.org/officeDocument/2006/relationships/tags"/><Relationship Id="rId1" Target="../slideLayouts/slideLayout7.xml" Type="http://schemas.openxmlformats.org/officeDocument/2006/relationships/slideLayout"/></Relationships>
</file>

<file path=ppt/slides/_rels/slide10.xml.rels><?xml version="1.0" encoding="UTF-8" standalone="no"?><Relationships xmlns="http://schemas.openxmlformats.org/package/2006/relationships"><Relationship Id="rId2" Target="https://pbs.twimg.com/media/B6RNc3yIgAEx2YV.jpg" TargetMode="External" Type="http://schemas.openxmlformats.org/officeDocument/2006/relationships/image"/><Relationship Id="rId3" Target="../tags/tag22.xml" Type="http://schemas.openxmlformats.org/officeDocument/2006/relationships/tags"/><Relationship Id="rId1" Target="../slideLayouts/slideLayout7.xml" Type="http://schemas.openxmlformats.org/officeDocument/2006/relationships/slideLayout"/></Relationships>
</file>

<file path=ppt/slides/_rels/slide11.xml.rels><?xml version="1.0" encoding="UTF-8" standalone="no"?><Relationships xmlns="http://schemas.openxmlformats.org/package/2006/relationships"><Relationship Id="rId2" Target="https://upload.wikimedia.org/wikipedia/en/thumb/3/3b/EDSA_Revolution_pic1.jpg/300px-EDSA_Revolution_pic1.jpg" TargetMode="External" Type="http://schemas.openxmlformats.org/officeDocument/2006/relationships/image"/><Relationship Id="rId3" Target="https://cdn.britannica.com/80/151180-050-94F729ED/Carlos-P-Romulo-Richard-W-Murphy-dignitaries-1979.jpg" TargetMode="External" Type="http://schemas.openxmlformats.org/officeDocument/2006/relationships/image"/><Relationship Id="rId4" Target="../tags/tag23.xml" Type="http://schemas.openxmlformats.org/officeDocument/2006/relationships/tags"/><Relationship Id="rId1" Target="../slideLayouts/slideLayout7.xml" Type="http://schemas.openxmlformats.org/officeDocument/2006/relationships/slideLayout"/></Relationships>
</file>

<file path=ppt/slides/_rels/slide12.xml.rels><?xml version="1.0" encoding="UTF-8" standalone="no"?><Relationships xmlns="http://schemas.openxmlformats.org/package/2006/relationships"><Relationship Id="rId2" Target="https://unesdoc.unesco.org/in/rest/Thumb/image?id=p%3A%3Ausmarcdef_0000065073&amp;author=UNESCO.+General+Conference&amp;title=Draft+amendment+to+Article+II%2C+paragraph+6%2C+of+the+Constitution%3B+item+proposed+by+the+Philippines&amp;year=1985&amp;TypeOfDocument=UnescoPhysicalDocument&amp;mat=PGD&amp;ct=true&amp;size=512&amp;isPhysical=1" TargetMode="External" Type="http://schemas.openxmlformats.org/officeDocument/2006/relationships/image"/><Relationship Id="rId3" Target="../tags/tag24.xml" Type="http://schemas.openxmlformats.org/officeDocument/2006/relationships/tags"/><Relationship Id="rId1" Target="../slideLayouts/slideLayout7.xml" Type="http://schemas.openxmlformats.org/officeDocument/2006/relationships/slideLayout"/></Relationships>
</file>

<file path=ppt/slides/_rels/slide13.xml.rels><?xml version="1.0" encoding="UTF-8" standalone="no"?><Relationships xmlns="http://schemas.openxmlformats.org/package/2006/relationships"><Relationship Id="rId2" Target="https://media.licdn.com/dms/image/v2/C510BAQEUTeWu7wwLiQ/company-logo_200_200/company-logo_200_200/0/1630601670939?e=2147483647&amp;v=beta&amp;t=Ddob1MQBCndO4-k5NT0yLHVhh2f-34hdlVVPuqhTZ9I" TargetMode="External" Type="http://schemas.openxmlformats.org/officeDocument/2006/relationships/image"/><Relationship Id="rId3" Target="../tags/tag25.xml" Type="http://schemas.openxmlformats.org/officeDocument/2006/relationships/tags"/><Relationship Id="rId1" Target="../slideLayouts/slideLayout7.xml" Type="http://schemas.openxmlformats.org/officeDocument/2006/relationships/slideLayout"/></Relationships>
</file>

<file path=ppt/slides/_rels/slide14.xml.rels><?xml version="1.0" encoding="UTF-8" standalone="no"?><Relationships xmlns="http://schemas.openxmlformats.org/package/2006/relationships"><Relationship Id="rId2" Target="https://upload.wikimedia.org/wikipedia/commons/thumb/9/99/Flag_of_the_Philippines.svg/2000px-Flag_of_the_Philippines.svg.png" TargetMode="External" Type="http://schemas.openxmlformats.org/officeDocument/2006/relationships/image"/><Relationship Id="rId3" Target="../tags/tag26.xml" Type="http://schemas.openxmlformats.org/officeDocument/2006/relationships/tags"/><Relationship Id="rId1" Target="../slideLayouts/slideLayout7.xml" Type="http://schemas.openxmlformats.org/officeDocument/2006/relationships/slideLayout"/></Relationships>
</file>

<file path=ppt/slides/_rels/slide15.xml.rels><?xml version="1.0" encoding="UTF-8" standalone="no"?><Relationships xmlns="http://schemas.openxmlformats.org/package/2006/relationships"><Relationship Id="rId2" Target="../media/image2.png" Type="http://schemas.openxmlformats.org/officeDocument/2006/relationships/image"/><Relationship Id="rId3" Target="../tags/tag27.xml" Type="http://schemas.openxmlformats.org/officeDocument/2006/relationships/tags"/><Relationship Id="rId1" Target="../slideLayouts/slideLayout7.xml" Type="http://schemas.openxmlformats.org/officeDocument/2006/relationships/slideLayout"/></Relationships>
</file>

<file path=ppt/slides/_rels/slide16.xml.rels><?xml version="1.0" encoding="UTF-8" standalone="no"?><Relationships xmlns="http://schemas.openxmlformats.org/package/2006/relationships"><Relationship Id="rId2" Target="../media/image2.png" Type="http://schemas.openxmlformats.org/officeDocument/2006/relationships/image"/><Relationship Id="rId3" Target="../tags/tag28.xml" Type="http://schemas.openxmlformats.org/officeDocument/2006/relationships/tags"/><Relationship Id="rId1" Target="../slideLayouts/slideLayout7.xml" Type="http://schemas.openxmlformats.org/officeDocument/2006/relationships/slideLayout"/></Relationships>
</file>

<file path=ppt/slides/_rels/slide17.xml.rels><?xml version="1.0" encoding="UTF-8" standalone="no"?><Relationships xmlns="http://schemas.openxmlformats.org/package/2006/relationships"><Relationship Id="rId2" Target="../media/image2.png" Type="http://schemas.openxmlformats.org/officeDocument/2006/relationships/image"/><Relationship Id="rId3" Target="../tags/tag29.xml" Type="http://schemas.openxmlformats.org/officeDocument/2006/relationships/tags"/><Relationship Id="rId1" Target="../slideLayouts/slideLayout7.xml" Type="http://schemas.openxmlformats.org/officeDocument/2006/relationships/slideLayout"/></Relationships>
</file>

<file path=ppt/slides/_rels/slide18.xml.rels><?xml version="1.0" encoding="UTF-8" standalone="no"?><Relationships xmlns="http://schemas.openxmlformats.org/package/2006/relationships"><Relationship Id="rId2" Target="../media/image2.png" Type="http://schemas.openxmlformats.org/officeDocument/2006/relationships/image"/><Relationship Id="rId3" Target="../tags/tag30.xml" Type="http://schemas.openxmlformats.org/officeDocument/2006/relationships/tags"/><Relationship Id="rId1" Target="../slideLayouts/slideLayout7.xml" Type="http://schemas.openxmlformats.org/officeDocument/2006/relationships/slideLayout"/></Relationships>
</file>

<file path=ppt/slides/_rels/slide19.xml.rels><?xml version="1.0" encoding="UTF-8" standalone="no"?><Relationships xmlns="http://schemas.openxmlformats.org/package/2006/relationships"><Relationship Id="rId2" Target="../media/image2.png" Type="http://schemas.openxmlformats.org/officeDocument/2006/relationships/image"/><Relationship Id="rId3" Target="../tags/tag31.xml" Type="http://schemas.openxmlformats.org/officeDocument/2006/relationships/tags"/><Relationship Id="rId1" Target="../slideLayouts/slideLayout7.xml" Type="http://schemas.openxmlformats.org/officeDocument/2006/relationships/slideLayout"/></Relationships>
</file>

<file path=ppt/slides/_rels/slide20.xml.rels><?xml version="1.0" encoding="UTF-8" standalone="no"?><Relationships xmlns="http://schemas.openxmlformats.org/package/2006/relationships"><Relationship Id="rId2" Target="../media/image2.png" Type="http://schemas.openxmlformats.org/officeDocument/2006/relationships/image"/><Relationship Id="rId3" Target="../tags/tag32.xml" Type="http://schemas.openxmlformats.org/officeDocument/2006/relationships/tags"/><Relationship Id="rId1" Target="../slideLayouts/slideLayout7.xml" Type="http://schemas.openxmlformats.org/officeDocument/2006/relationships/slideLayout"/></Relationships>
</file>

<file path=ppt/slides/_rels/slide21.xml.rels><?xml version="1.0" encoding="UTF-8" standalone="no"?><Relationships xmlns="http://schemas.openxmlformats.org/package/2006/relationships"><Relationship Id="rId2" Target="../media/image2.png" Type="http://schemas.openxmlformats.org/officeDocument/2006/relationships/image"/><Relationship Id="rId3" Target="../tags/tag33.xml" Type="http://schemas.openxmlformats.org/officeDocument/2006/relationships/tags"/><Relationship Id="rId1" Target="../slideLayouts/slideLayout7.xml" Type="http://schemas.openxmlformats.org/officeDocument/2006/relationships/slideLayout"/></Relationships>
</file>

<file path=ppt/slides/_rels/slide22.xml.rels><?xml version="1.0" encoding="UTF-8" standalone="no"?><Relationships xmlns="http://schemas.openxmlformats.org/package/2006/relationships"><Relationship Id="rId2" Target="../media/image2.png" Type="http://schemas.openxmlformats.org/officeDocument/2006/relationships/image"/><Relationship Id="rId3" Target="../tags/tag34.xml" Type="http://schemas.openxmlformats.org/officeDocument/2006/relationships/tags"/><Relationship Id="rId1" Target="../slideLayouts/slideLayout7.xml" Type="http://schemas.openxmlformats.org/officeDocument/2006/relationships/slideLayout"/></Relationships>
</file>

<file path=ppt/slides/_rels/slide23.xml.rels><?xml version="1.0" encoding="UTF-8" standalone="no"?><Relationships xmlns="http://schemas.openxmlformats.org/package/2006/relationships"><Relationship Id="rId2" Target="../media/image2.png" Type="http://schemas.openxmlformats.org/officeDocument/2006/relationships/image"/><Relationship Id="rId3" Target="../tags/tag35.xml" Type="http://schemas.openxmlformats.org/officeDocument/2006/relationships/tags"/><Relationship Id="rId1" Target="../slideLayouts/slideLayout7.xml" Type="http://schemas.openxmlformats.org/officeDocument/2006/relationships/slideLayout"/></Relationships>
</file>

<file path=ppt/slides/_rels/slide24.xml.rels><?xml version="1.0" encoding="UTF-8" standalone="no"?><Relationships xmlns="http://schemas.openxmlformats.org/package/2006/relationships"><Relationship Id="rId2" Target="../media/image2.png" Type="http://schemas.openxmlformats.org/officeDocument/2006/relationships/image"/><Relationship Id="rId3" Target="../tags/tag36.xml" Type="http://schemas.openxmlformats.org/officeDocument/2006/relationships/tags"/><Relationship Id="rId1" Target="../slideLayouts/slideLayout7.xml" Type="http://schemas.openxmlformats.org/officeDocument/2006/relationships/slideLayout"/></Relationships>
</file>

<file path=ppt/slides/_rels/slide25.xml.rels><?xml version="1.0" encoding="UTF-8" standalone="no"?><Relationships xmlns="http://schemas.openxmlformats.org/package/2006/relationships"><Relationship Id="rId2" Target="../media/image2.png" Type="http://schemas.openxmlformats.org/officeDocument/2006/relationships/image"/><Relationship Id="rId3" Target="../tags/tag37.xml" Type="http://schemas.openxmlformats.org/officeDocument/2006/relationships/tags"/><Relationship Id="rId1" Target="../slideLayouts/slideLayout7.xml" Type="http://schemas.openxmlformats.org/officeDocument/2006/relationships/slideLayout"/></Relationships>
</file>

<file path=ppt/slides/_rels/slide26.xml.rels><?xml version="1.0" encoding="UTF-8" standalone="no"?><Relationships xmlns="http://schemas.openxmlformats.org/package/2006/relationships"><Relationship Id="rId2" Target="../media/image2.png" Type="http://schemas.openxmlformats.org/officeDocument/2006/relationships/image"/><Relationship Id="rId3" Target="../tags/tag38.xml" Type="http://schemas.openxmlformats.org/officeDocument/2006/relationships/tags"/><Relationship Id="rId1" Target="../slideLayouts/slideLayout7.xml" Type="http://schemas.openxmlformats.org/officeDocument/2006/relationships/slideLayout"/></Relationships>
</file>

<file path=ppt/slides/_rels/slide27.xml.rels><?xml version="1.0" encoding="UTF-8" standalone="no"?><Relationships xmlns="http://schemas.openxmlformats.org/package/2006/relationships"><Relationship Id="rId2" Target="../media/image2.png" Type="http://schemas.openxmlformats.org/officeDocument/2006/relationships/image"/><Relationship Id="rId3" Target="../tags/tag39.xml" Type="http://schemas.openxmlformats.org/officeDocument/2006/relationships/tags"/><Relationship Id="rId1" Target="../slideLayouts/slideLayout7.xml" Type="http://schemas.openxmlformats.org/officeDocument/2006/relationships/slideLayout"/></Relationships>
</file>

<file path=ppt/slides/_rels/slide28.xml.rels><?xml version="1.0" encoding="UTF-8" standalone="no"?><Relationships xmlns="http://schemas.openxmlformats.org/package/2006/relationships"><Relationship Id="rId2" Target="../media/image2.png" Type="http://schemas.openxmlformats.org/officeDocument/2006/relationships/image"/><Relationship Id="rId3" Target="../tags/tag40.xml" Type="http://schemas.openxmlformats.org/officeDocument/2006/relationships/tags"/><Relationship Id="rId1" Target="../slideLayouts/slideLayout7.xml" Type="http://schemas.openxmlformats.org/officeDocument/2006/relationships/slideLayout"/></Relationships>
</file>

<file path=ppt/slides/_rels/slide29.xml.rels><?xml version="1.0" encoding="UTF-8" standalone="no"?><Relationships xmlns="http://schemas.openxmlformats.org/package/2006/relationships"><Relationship Id="rId2" Target="../media/image2.png" Type="http://schemas.openxmlformats.org/officeDocument/2006/relationships/image"/><Relationship Id="rId3" Target="../tags/tag41.xml" Type="http://schemas.openxmlformats.org/officeDocument/2006/relationships/tags"/><Relationship Id="rId1" Target="../slideLayouts/slideLayout7.xml" Type="http://schemas.openxmlformats.org/officeDocument/2006/relationships/slideLayout"/></Relationships>
</file>

<file path=ppt/slides/_rels/slide30.xml.rels><?xml version="1.0" encoding="UTF-8" standalone="no"?><Relationships xmlns="http://schemas.openxmlformats.org/package/2006/relationships"><Relationship Id="rId2" Target="../media/image2.png" Type="http://schemas.openxmlformats.org/officeDocument/2006/relationships/image"/><Relationship Id="rId3" Target="../tags/tag42.xml" Type="http://schemas.openxmlformats.org/officeDocument/2006/relationships/tags"/><Relationship Id="rId1" Target="../slideLayouts/slideLayout7.xml" Type="http://schemas.openxmlformats.org/officeDocument/2006/relationships/slideLayout"/></Relationships>
</file>

<file path=ppt/slides/_rels/slide31.xml.rels><?xml version="1.0" encoding="UTF-8" standalone="no"?><Relationships xmlns="http://schemas.openxmlformats.org/package/2006/relationships"><Relationship Id="rId2" Target="../media/image2.png" Type="http://schemas.openxmlformats.org/officeDocument/2006/relationships/image"/><Relationship Id="rId3" Target="../tags/tag43.xml" Type="http://schemas.openxmlformats.org/officeDocument/2006/relationships/tags"/><Relationship Id="rId1" Target="../slideLayouts/slideLayout7.xml" Type="http://schemas.openxmlformats.org/officeDocument/2006/relationships/slideLayout"/></Relationships>
</file>

<file path=ppt/slides/_rels/slide32.xml.rels><?xml version="1.0" encoding="UTF-8" standalone="no"?><Relationships xmlns="http://schemas.openxmlformats.org/package/2006/relationships"><Relationship Id="rId2" Target="../media/image2.png" Type="http://schemas.openxmlformats.org/officeDocument/2006/relationships/image"/><Relationship Id="rId3" Target="../tags/tag44.xml" Type="http://schemas.openxmlformats.org/officeDocument/2006/relationships/tags"/><Relationship Id="rId1" Target="../slideLayouts/slideLayout7.xml" Type="http://schemas.openxmlformats.org/officeDocument/2006/relationships/slideLayout"/></Relationships>
</file>

<file path=ppt/slides/_rels/slide33.xml.rels><?xml version="1.0" encoding="UTF-8" standalone="no"?><Relationships xmlns="http://schemas.openxmlformats.org/package/2006/relationships"><Relationship Id="rId2" Target="../media/image2.png" Type="http://schemas.openxmlformats.org/officeDocument/2006/relationships/image"/><Relationship Id="rId3" Target="../tags/tag45.xml" Type="http://schemas.openxmlformats.org/officeDocument/2006/relationships/tag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1">
            <a:extLst>
              <a:ext uri="{A57C8974-64AB-44A9-A189-64584B3F0C6F}">
                <a16:creationId xmlns:a16="http://schemas.microsoft.com/office/drawing/2010/main" id="{41062B4D-7E99-4D69-9268-CE3A56BFA7ED}"/>
              </a:ext>
            </a:extLst>
          </p:cNvPr>
          <p:cNvSpPr txBox="1">
            <a:spLocks noGrp="true"/>
          </p:cNvSpPr>
          <p:nvPr/>
        </p:nvSpPr>
        <p:spPr>
          <a:xfrm rot="0">
            <a:off x="531018" y="2105025"/>
            <a:ext cx="8081961" cy="933450"/>
          </a:xfrm>
          <a:prstGeom prst="rect">
            <a:avLst/>
          </a:prstGeom>
        </p:spPr>
        <p:txBody>
          <a:bodyPr anchor="ctr" bIns="45720" lIns="91440" rIns="91440" rtlCol="0" tIns="45720">
            <a:noAutofit/>
          </a:bodyPr>
          <a:lstStyle>
            <a:defPPr>
              <a:defRPr>
                <a:effectLst/>
              </a:defRPr>
            </a:defPPr>
            <a:lvl1pPr algn="ctr" lvl="0" rtl="false">
              <a:lnSpc>
                <a:spcPct val="100000"/>
              </a:lnSpc>
              <a:spcBef>
                <a:spcPct val="0"/>
              </a:spcBef>
              <a:buNone/>
              <a:defRPr b="1" dirty="0" i="0" lang="en-US" sz="3600">
                <a:solidFill>
                  <a:schemeClr val="tx1"/>
                </a:solidFill>
                <a:effectLst>
                  <a:outerShdw blurRad="50800" dir="7860000" dist="47625">
                    <a:srgbClr val="3f3f3f">
                      <a:alpha val="39999"/>
                    </a:srgbClr>
                  </a:outerShdw>
                </a:effectLst>
                <a:latin typeface="Open Sans"/>
              </a:defRPr>
            </a:lvl1pPr>
          </a:lstStyle>
          <a:p>
            <a:pPr algn="ctr" lvl="0" rtl="false">
              <a:lnSpc>
                <a:spcPct val="100000"/>
              </a:lnSpc>
              <a:spcBef>
                <a:spcPct val="0"/>
              </a:spcBef>
              <a:buNone/>
              <a:defRPr b="1" dirty="0" i="0" lang="en-US" sz="3600">
                <a:solidFill>
                  <a:schemeClr val="tx1"/>
                </a:solidFill>
                <a:effectLst>
                  <a:outerShdw blurRad="50800" dir="7860000" dist="47625">
                    <a:srgbClr val="3f3f3f">
                      <a:alpha val="39999"/>
                    </a:srgbClr>
                  </a:outerShdw>
                </a:effectLst>
                <a:latin typeface="Open Sans"/>
              </a:defRPr>
            </a:pPr>
            <a:r>
              <a:rPr b="1" dirty="0" i="0" lang="en-US" sz="4000">
                <a:solidFill>
                  <a:schemeClr val="bg1"/>
                </a:solidFill>
                <a:effectLst>
                  <a:outerShdw blurRad="50800" dir="7860000" dist="47625">
                    <a:srgbClr val="3f3f3f">
                      <a:alpha val="39999"/>
                    </a:srgbClr>
                  </a:outerShdw>
                </a:effectLst>
                <a:latin typeface="Michroma"/>
              </a:rPr>
              <a:t>Philippine Constitutions </a:t>
            </a:r>
            <a:endParaRPr b="1" dirty="0" i="0" lang="en-US" sz="4000">
              <a:solidFill>
                <a:schemeClr val="bg1"/>
              </a:solidFill>
              <a:effectLst>
                <a:outerShdw blurRad="50800" dir="7860000" dist="47625">
                  <a:srgbClr val="3f3f3f">
                    <a:alpha val="39999"/>
                  </a:srgbClr>
                </a:outerShdw>
              </a:effectLst>
              <a:latin typeface="Michroma"/>
            </a:endParaRPr>
          </a:p>
        </p:txBody>
      </p:sp>
      <p:sp>
        <p:nvSpPr>
          <p:cNvPr id="3" name="Title 1">
            <a:extLst>
              <a:ext uri="{2C4E5280-0485-4C3B-94EF-2650190807F2}">
                <a16:creationId xmlns:a16="http://schemas.microsoft.com/office/drawing/2010/main" id="{05CAED3D-067A-43B9-AA8F-26F9DE1436F3}"/>
              </a:ext>
            </a:extLst>
          </p:cNvPr>
          <p:cNvSpPr>
            <a:spLocks noGrp="true"/>
          </p:cNvSpPr>
          <p:nvPr>
            <p:ph type="title"/>
          </p:nvPr>
        </p:nvSpPr>
        <p:spPr/>
        <p:txBody>
          <a:bodyPr rtlCol="0"/>
          <a:lstStyle/>
          <a:p>
            <a:pPr/>
            <a:r>
              <a:rPr dirty="0" lang="en-US"/>
              <a:t/>
            </a:r>
            <a:endParaRPr dirty="0" lang="en-US"/>
          </a:p>
        </p:txBody>
      </p:sp>
      <p:sp>
        <p:nvSpPr>
          <p:cNvPr id="4" name="Title 1">
            <a:extLst>
              <a:ext uri="{7858CFDB-2F61-496A-847F-F2AC72192167}">
                <a16:creationId xmlns:a16="http://schemas.microsoft.com/office/drawing/2010/main" id="{A367F95A-CBD7-4D0A-A272-B7827F643E31}"/>
              </a:ext>
            </a:extLst>
          </p:cNvPr>
          <p:cNvSpPr txBox="1">
            <a:spLocks noGrp="true"/>
          </p:cNvSpPr>
          <p:nvPr/>
        </p:nvSpPr>
        <p:spPr>
          <a:xfrm rot="0">
            <a:off x="531018" y="3038475"/>
            <a:ext cx="8081961" cy="609600"/>
          </a:xfrm>
          <a:prstGeom prst="rect">
            <a:avLst/>
          </a:prstGeom>
        </p:spPr>
        <p:txBody>
          <a:bodyPr anchor="ctr" bIns="45720" lIns="91440" rIns="91440" rtlCol="0" tIns="45720">
            <a:noAutofit/>
          </a:bodyPr>
          <a:lstStyle>
            <a:defPPr>
              <a:defRPr>
                <a:effectLst/>
              </a:defRPr>
            </a:defPPr>
            <a:lvl1pPr algn="ctr" lvl="0" rtl="false">
              <a:lnSpc>
                <a:spcPct val="100000"/>
              </a:lnSpc>
              <a:spcBef>
                <a:spcPct val="0"/>
              </a:spcBef>
              <a:buNone/>
              <a:defRPr b="1" dirty="0" i="0" lang="en-US" sz="3600">
                <a:solidFill>
                  <a:schemeClr val="tx1"/>
                </a:solidFill>
                <a:effectLst>
                  <a:outerShdw blurRad="50800" dir="7860000" dist="47625">
                    <a:srgbClr val="3f3f3f">
                      <a:alpha val="39999"/>
                    </a:srgbClr>
                  </a:outerShdw>
                </a:effectLst>
                <a:latin typeface="Open Sans"/>
              </a:defRPr>
            </a:lvl1pPr>
          </a:lstStyle>
          <a:p>
            <a:pPr algn="ctr" lvl="0" rtl="false">
              <a:lnSpc>
                <a:spcPct val="100000"/>
              </a:lnSpc>
              <a:spcBef>
                <a:spcPct val="0"/>
              </a:spcBef>
              <a:buNone/>
              <a:defRPr b="1" dirty="0" i="0" lang="en-US" sz="3600">
                <a:solidFill>
                  <a:schemeClr val="tx1"/>
                </a:solidFill>
                <a:effectLst>
                  <a:outerShdw blurRad="50800" dir="7860000" dist="47625">
                    <a:srgbClr val="3f3f3f">
                      <a:alpha val="39999"/>
                    </a:srgbClr>
                  </a:outerShdw>
                </a:effectLst>
                <a:latin typeface="Open Sans"/>
              </a:defRPr>
            </a:pPr>
            <a:r>
              <a:rPr b="1" dirty="0" i="0" lang="en-US" sz="2200">
                <a:solidFill>
                  <a:schemeClr val="bg1"/>
                </a:solidFill>
                <a:effectLst>
                  <a:outerShdw blurRad="50800" dir="7860000" dist="47625">
                    <a:srgbClr val="3f3f3f">
                      <a:alpha val="39999"/>
                    </a:srgbClr>
                  </a:outerShdw>
                </a:effectLst>
                <a:latin typeface="Michroma"/>
              </a:rPr>
              <a:t>since 1897 to the present day</a:t>
            </a:r>
            <a:endParaRPr b="1" dirty="0" i="0" lang="en-US" sz="2200">
              <a:solidFill>
                <a:schemeClr val="bg1"/>
              </a:solidFill>
              <a:effectLst>
                <a:outerShdw blurRad="50800" dir="7860000" dist="47625">
                  <a:srgbClr val="3f3f3f">
                    <a:alpha val="39999"/>
                  </a:srgbClr>
                </a:outerShdw>
              </a:effectLst>
              <a:latin typeface="Michroma"/>
            </a:endParaRPr>
          </a:p>
        </p:txBody>
      </p:sp>
      <p:pic>
        <p:nvPicPr>
          <p:cNvPr id="5" name="">
            <a:extLst>
              <a:ext uri="{38A54DFC-3BBE-4142-8715-D810E654FDB1}">
                <a16:creationId xmlns:a16="http://schemas.microsoft.com/office/drawing/2010/main" id="{22F2CEA6-7B81-4242-BD87-EDAEED1158CC}"/>
              </a:ext>
            </a:extLst>
          </p:cNvPr>
          <p:cNvPicPr>
            <a:picLocks noChangeAspect="true"/>
          </p:cNvPicPr>
          <p:nvPr/>
        </p:nvPicPr>
        <p:blipFill>
          <a:blip r:link="rId2"/>
          <a:srcRect b="0" l="37412" r="19615" t="15482"/>
          <a:stretch>
            <a:fillRect/>
          </a:stretch>
        </p:blipFill>
        <p:spPr>
          <a:xfrm flipH="false" flipV="false">
            <a:off x="0" y="-7602"/>
            <a:ext cx="4743779" cy="5248005"/>
          </a:xfrm>
          <a:prstGeom prst="rect">
            <a:avLst/>
          </a:prstGeom>
          <a:noFill/>
        </p:spPr>
      </p:pic>
      <p:pic>
        <p:nvPicPr>
          <p:cNvPr id="6" name="">
            <a:extLst>
              <a:ext uri="{6265FD0D-CC0C-4504-95B6-2205158FF185}">
                <a16:creationId xmlns:a16="http://schemas.microsoft.com/office/drawing/2010/main" id="{21D40376-E8A7-43DE-A6CA-3463AE5F309F}"/>
              </a:ext>
            </a:extLst>
          </p:cNvPr>
          <p:cNvPicPr>
            <a:picLocks noChangeAspect="true"/>
          </p:cNvPicPr>
          <p:nvPr/>
        </p:nvPicPr>
        <p:blipFill>
          <a:blip r:link="rId3"/>
          <a:srcRect b="4505" l="-2037" r="0" t="1351"/>
          <a:stretch>
            <a:fillRect/>
          </a:stretch>
        </p:blipFill>
        <p:spPr>
          <a:xfrm flipH="false" flipV="false">
            <a:off x="4572328" y="0"/>
            <a:ext cx="4551312" cy="5249026"/>
          </a:xfrm>
          <a:prstGeom prst="rect">
            <a:avLst/>
          </a:prstGeom>
          <a:noFill/>
        </p:spPr>
      </p:pic>
    </p:spTree>
    <p:extLst>
      <p:ext uri="{40B93A81-8520-4E8A-8271-D5BF718C532A}">
        <p14:creationId xmlns:p14="http://schemas.microsoft.com/office/powerpoint/2010/main" val="1732852587562"/>
      </p:ext>
    </p:extLst>
    <p:custDataLst>
      <p:tags r:id="rId4"/>
    </p:custDataLst>
  </p:cSld>
  <p:clrMapOvr>
    <a:masterClrMapping/>
  </p:clrMapOvr>
  <p:transition spd="slow">
    <p:push dir="l"/>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5" presetSubtype="0">
                                  <p:stCondLst>
                                    <p:cond delay="0"/>
                                  </p:stCondLst>
                                  <p:childTnLst>
                                    <p:set>
                                      <p:cBhvr>
                                        <p:cTn dur="1000" fill="hold" id="6">
                                          <p:stCondLst>
                                            <p:cond delay="0"/>
                                          </p:stCondLst>
                                        </p:cTn>
                                        <p:tgtEl>
                                          <p:spTgt spid="2"/>
                                        </p:tgtEl>
                                        <p:attrNameLst>
                                          <p:attrName>style.visibility</p:attrName>
                                        </p:attrNameLst>
                                      </p:cBhvr>
                                      <p:to>
                                        <p:strVal val="visible"/>
                                      </p:to>
                                    </p:set>
                                    <p:anim calcmode="lin" valueType="num">
                                      <p:cBhvr>
                                        <p:cTn dur="1000" id="7">
                                          <p:stCondLst>
                                            <p:cond delay="0"/>
                                          </p:stCondLst>
                                        </p:cTn>
                                        <p:tgtEl>
                                          <p:spTgt spid="2"/>
                                        </p:tgtEl>
                                        <p:attrNameLst>
                                          <p:attrName>ppt_w</p:attrName>
                                        </p:attrNameLst>
                                      </p:cBhvr>
                                      <p:tavLst>
                                        <p:tav tm="0">
                                          <p:val>
                                            <p:strVal val="#ppt_w*0.70"/>
                                          </p:val>
                                        </p:tav>
                                        <p:tav tm="100000">
                                          <p:val>
                                            <p:strVal val="#ppt_w"/>
                                          </p:val>
                                        </p:tav>
                                      </p:tavLst>
                                    </p:anim>
                                    <p:anim calcmode="lin" valueType="num">
                                      <p:cBhvr>
                                        <p:cTn dur="1000" id="8">
                                          <p:stCondLst>
                                            <p:cond delay="0"/>
                                          </p:stCondLst>
                                        </p:cTn>
                                        <p:tgtEl>
                                          <p:spTgt spid="2"/>
                                        </p:tgtEl>
                                        <p:attrNameLst>
                                          <p:attrName>ppt_h</p:attrName>
                                        </p:attrNameLst>
                                      </p:cBhvr>
                                      <p:tavLst>
                                        <p:tav tm="0">
                                          <p:val>
                                            <p:strVal val="#ppt_h"/>
                                          </p:val>
                                        </p:tav>
                                        <p:tav tm="100000">
                                          <p:val>
                                            <p:strVal val="#ppt_h"/>
                                          </p:val>
                                        </p:tav>
                                      </p:tavLst>
                                    </p:anim>
                                    <p:animEffect filter="fade" transition="in">
                                      <p:cBhvr>
                                        <p:cTn dur="1000" id="9"/>
                                        <p:tgtEl>
                                          <p:spTgt spid="2"/>
                                        </p:tgtEl>
                                      </p:cBhvr>
                                    </p:animEffect>
                                  </p:childTnLst>
                                </p:cTn>
                              </p:par>
                            </p:childTnLst>
                          </p:cTn>
                        </p:par>
                      </p:childTnLst>
                    </p:cTn>
                  </p:par>
                  <p:par>
                    <p:cTn fill="hold" id="10">
                      <p:stCondLst>
                        <p:cond delay="indefinite"/>
                      </p:stCondLst>
                      <p:childTnLst>
                        <p:par>
                          <p:cTn fill="hold" id="11">
                            <p:stCondLst>
                              <p:cond delay="0"/>
                            </p:stCondLst>
                            <p:childTnLst>
                              <p:par>
                                <p:cTn fill="hold" grpId="1" id="12" nodeType="clickEffect" presetClass="entr" presetID="55" presetSubtype="0">
                                  <p:stCondLst>
                                    <p:cond delay="0"/>
                                  </p:stCondLst>
                                  <p:childTnLst>
                                    <p:set>
                                      <p:cBhvr>
                                        <p:cTn dur="1000" fill="hold" id="13">
                                          <p:stCondLst>
                                            <p:cond delay="0"/>
                                          </p:stCondLst>
                                        </p:cTn>
                                        <p:tgtEl>
                                          <p:spTgt spid="4"/>
                                        </p:tgtEl>
                                        <p:attrNameLst>
                                          <p:attrName>style.visibility</p:attrName>
                                        </p:attrNameLst>
                                      </p:cBhvr>
                                      <p:to>
                                        <p:strVal val="visible"/>
                                      </p:to>
                                    </p:set>
                                    <p:anim calcmode="lin" valueType="num">
                                      <p:cBhvr>
                                        <p:cTn dur="1000" id="14">
                                          <p:stCondLst>
                                            <p:cond delay="0"/>
                                          </p:stCondLst>
                                        </p:cTn>
                                        <p:tgtEl>
                                          <p:spTgt spid="4"/>
                                        </p:tgtEl>
                                        <p:attrNameLst>
                                          <p:attrName>ppt_w</p:attrName>
                                        </p:attrNameLst>
                                      </p:cBhvr>
                                      <p:tavLst>
                                        <p:tav tm="0">
                                          <p:val>
                                            <p:strVal val="#ppt_w*0.70"/>
                                          </p:val>
                                        </p:tav>
                                        <p:tav tm="100000">
                                          <p:val>
                                            <p:strVal val="#ppt_w"/>
                                          </p:val>
                                        </p:tav>
                                      </p:tavLst>
                                    </p:anim>
                                    <p:anim calcmode="lin" valueType="num">
                                      <p:cBhvr>
                                        <p:cTn dur="1000" id="15">
                                          <p:stCondLst>
                                            <p:cond delay="0"/>
                                          </p:stCondLst>
                                        </p:cTn>
                                        <p:tgtEl>
                                          <p:spTgt spid="4"/>
                                        </p:tgtEl>
                                        <p:attrNameLst>
                                          <p:attrName>ppt_h</p:attrName>
                                        </p:attrNameLst>
                                      </p:cBhvr>
                                      <p:tavLst>
                                        <p:tav tm="0">
                                          <p:val>
                                            <p:strVal val="#ppt_h"/>
                                          </p:val>
                                        </p:tav>
                                        <p:tav tm="100000">
                                          <p:val>
                                            <p:strVal val="#ppt_h"/>
                                          </p:val>
                                        </p:tav>
                                      </p:tavLst>
                                    </p:anim>
                                    <p:animEffect filter="fade" transition="in">
                                      <p:cBhvr>
                                        <p:cTn dur="1000" id="16"/>
                                        <p:tgtEl>
                                          <p:spTgt spid="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2"/>
      <p:bldP animBg="1" grpId="1" spid="4"/>
    </p:bldLst>
  </p:timing>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58B91F60-A7F4-4638-BCE6-525F3F0F6765}">
                <a16:creationId xmlns:a16="http://schemas.microsoft.com/office/drawing/2010/main" id="{04D9BA80-945E-4995-ADDD-B4397828CD8B}"/>
              </a:ext>
            </a:extLst>
          </p:cNvPr>
          <p:cNvPicPr>
            <a:picLocks noChangeAspect="true"/>
          </p:cNvPicPr>
          <p:nvPr/>
        </p:nvPicPr>
        <p:blipFill>
          <a:blip r:link="rId2"/>
          <a:stretch>
            <a:fillRect/>
          </a:stretch>
        </p:blipFill>
        <p:spPr>
          <a:xfrm flipH="false" flipV="false">
            <a:off x="0" y="0"/>
            <a:ext cx="4114800" cy="5143500"/>
          </a:xfrm>
          <a:prstGeom prst="rect">
            <a:avLst/>
          </a:prstGeom>
          <a:noFill/>
        </p:spPr>
      </p:pic>
      <p:sp>
        <p:nvSpPr>
          <p:cNvPr id="3" name="">
            <a:extLst>
              <a:ext uri="{E3FD6DFD-318F-43DC-A6EE-D17C2E4C902B}">
                <a16:creationId xmlns:a16="http://schemas.microsoft.com/office/drawing/2010/main" id="{0DD1AE05-F57A-4B2D-8B04-2BD9C824363E}"/>
              </a:ext>
            </a:extLst>
          </p:cNvPr>
          <p:cNvSpPr/>
          <p:nvPr/>
        </p:nvSpPr>
        <p:spPr>
          <a:xfrm>
            <a:off x="4114800" y="0"/>
            <a:ext cx="5029199" cy="5143500"/>
          </a:xfrm>
          <a:prstGeom prst="rect">
            <a:avLst/>
          </a:prstGeom>
          <a:blipFill dpi="0" rotWithShape="1">
            <a:blip r:embed="rId3"/>
            <a:tile algn="tl" sx="75000" sy="75000" tx="0" ty="0"/>
          </a:blipFill>
          <a:ln cap="flat" w="9525">
            <a:noFill/>
            <a:prstDash val="soli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p>
          <a:p>
            <a:pPr algn="ctr"/>
            <a:r>
              <a:rPr b="0" dirty="0" lang="en-US" sz="2000">
                <a:latin typeface="Old Standard TT"/>
              </a:rPr>
              <a:t>What is Philippine Constitution?</a:t>
            </a:r>
          </a:p>
          <a:p>
            <a:pPr algn="ctr"/>
            <a:r>
              <a:rPr b="0" dirty="0" lang="en-US" sz="2000">
                <a:latin typeface="Old Standard TT"/>
              </a:rPr>
              <a:t/>
            </a:r>
          </a:p>
          <a:p>
            <a:pPr algn="ctr"/>
            <a:r>
              <a:rPr b="0" dirty="0" lang="en-US" sz="2000">
                <a:latin typeface="Old Standard TT"/>
              </a:rPr>
              <a:t>The Constitution of the Philippines (Filipino: Saligang Batas ng Pilipinas or Konstitusyon ng Pilipinas) is the supreme law of the Philippines. Its final draft was completed by the Constitutional Commission on October 12, 1986, and ratified by a nationwide plebiscite on February 2, 1987.</a:t>
            </a:r>
            <a:endParaRPr b="0" dirty="0" lang="en-US" sz="2000">
              <a:latin typeface="Old Standard TT"/>
            </a:endParaRPr>
          </a:p>
        </p:txBody>
      </p:sp>
    </p:spTree>
    <p:extLst>
      <p:ext uri="{A33A447D-ECBE-4252-80E2-FB85041FA887}">
        <p14:creationId xmlns:p14="http://schemas.microsoft.com/office/powerpoint/2010/main" val="1732852587564"/>
      </p:ext>
    </p:extLst>
    <p:custDataLst>
      <p:tags r:id="rId4"/>
    </p:custData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BE464B65-25B9-4972-A33D-34E0D45EA112}">
                <a16:creationId xmlns:a16="http://schemas.microsoft.com/office/drawing/2010/main" id="{6FAEA18F-4BBD-4326-A666-327EADB4285F}"/>
              </a:ext>
            </a:extLst>
          </p:cNvPr>
          <p:cNvSpPr/>
          <p:nvPr/>
        </p:nvSpPr>
        <p:spPr>
          <a:xfrm>
            <a:off x="0" y="0"/>
            <a:ext cx="9144000" cy="5143500"/>
          </a:xfrm>
          <a:prstGeom prst="rect">
            <a:avLst/>
          </a:prstGeom>
          <a:blipFill dpi="0" rotWithShape="1">
            <a:blip r:embed="rId2"/>
            <a:tile algn="tl" sx="75000" sy="75000" tx="0" ty="0"/>
          </a:blipFill>
          <a:ln cap="flat" w="9525">
            <a:no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defPPr>
              <a:defRPr>
                <a:effectLst/>
              </a:defRPr>
            </a:defPPr>
          </a:lstStyle>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000">
                <a:solidFill>
                  <a:schemeClr val="bg1"/>
                </a:solidFill>
                <a:effectLst>
                  <a:outerShdw blurRad="50800" dir="2700000" dist="95250">
                    <a:srgbClr val="3f3f3f">
                      <a:alpha val="39999"/>
                    </a:srgbClr>
                  </a:outerShdw>
                </a:effectLst>
                <a:latin typeface="Old Standard TT"/>
              </a:rPr>
              <a:t/>
            </a:r>
          </a:p>
          <a:p>
            <a:pPr algn="ctr"/>
            <a:r>
              <a:rPr b="0" dirty="0" lang="en-US" sz="2200">
                <a:effectLst>
                  <a:outerShdw blurRad="50800" dir="2700000" dist="95250">
                    <a:srgbClr val="3f3f3f">
                      <a:alpha val="39999"/>
                    </a:srgbClr>
                  </a:outerShdw>
                </a:effectLst>
                <a:latin typeface="Old Standard TT"/>
              </a:rPr>
              <a:t>The Constitution consists of a preamble and eighteen articles. It mandates a democratic and republican form of government and includes a bill of rights that guarantees entrenched freedoms and protections against governmental overreach. The Constitution also organizes the main branches of the Philippine government: a legislative department known as the Congress, which consists of the Senate and the House of Representatives; an executive department headed by a president; and a judicial department, which includes the Supreme Court </a:t>
            </a:r>
            <a:r>
              <a:rPr b="0" dirty="0" lang="en-US" sz="2200">
                <a:effectLst>
                  <a:outerShdw blurRad="50800" dir="2700000" dist="95250">
                    <a:srgbClr val="3f3f3f">
                      <a:alpha val="39999"/>
                    </a:srgbClr>
                  </a:outerShdw>
                </a:effectLst>
                <a:latin typeface="Old Standard TT"/>
              </a:rPr>
              <a:t>and lower courts. It also establishes three independent constitutional commissions—Civil Service Commission (CSC), the Commission on Elections (COMELEC), and the Commission on Audit (COA)—each enjoying fiscal autonomy. Other governmental bodies created under the Constitution include the Commission on Appointments (CA), the Judicial and Bar Council (JBC), the Office of the Ombudsman, and the Commission on Human Rights (CHR).</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0" dirty="0" lang="en-US" sz="2200">
                <a:effectLst>
                  <a:outerShdw blurRad="50800" dir="2700000" dist="95250">
                    <a:srgbClr val="3f3f3f">
                      <a:alpha val="39999"/>
                    </a:srgbClr>
                  </a:outerShdw>
                </a:effectLst>
                <a:latin typeface="Old Standard TT"/>
              </a:rPr>
              <a:t/>
            </a:r>
            <a:endParaRPr b="0" dirty="0" lang="en-US" sz="2200">
              <a:effectLst>
                <a:outerShdw blurRad="50800" dir="2700000" dist="95250">
                  <a:srgbClr val="3f3f3f">
                    <a:alpha val="39999"/>
                  </a:srgbClr>
                </a:outerShdw>
              </a:effectLst>
              <a:latin typeface="Old Standard TT"/>
            </a:endParaRPr>
          </a:p>
        </p:txBody>
      </p:sp>
    </p:spTree>
    <p:extLst>
      <p:ext uri="{5ABA24A5-23F5-4EB0-9AC8-D0446A3158F6}">
        <p14:creationId xmlns:p14="http://schemas.microsoft.com/office/powerpoint/2010/main" val="1732852587569"/>
      </p:ext>
    </p:extLst>
    <p:custDataLst>
      <p:tags r:id="rId3"/>
    </p:custData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534E78C7-DF5F-4E51-93F5-DC4D49338086}">
                <a16:creationId xmlns:a16="http://schemas.microsoft.com/office/drawing/2010/main" id="{AB8BE82E-BFB5-45A1-B30F-759C89D4CFF8}"/>
              </a:ext>
            </a:extLst>
          </p:cNvPr>
          <p:cNvSpPr/>
          <p:nvPr/>
        </p:nvSpPr>
        <p:spPr>
          <a:xfrm rot="5400000">
            <a:off x="8356845" y="2858633"/>
            <a:ext cx="249857" cy="544966"/>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3" name="">
            <a:extLst>
              <a:ext uri="{A44082BD-0B7E-4B54-947F-3DF38A3F1D92}">
                <a16:creationId xmlns:a16="http://schemas.microsoft.com/office/drawing/2010/main" id="{7C3669D8-58D5-4606-9645-590F536E3996}"/>
              </a:ext>
            </a:extLst>
          </p:cNvPr>
          <p:cNvSpPr/>
          <p:nvPr/>
        </p:nvSpPr>
        <p:spPr>
          <a:xfrm>
            <a:off x="0" y="0"/>
            <a:ext cx="9144000" cy="5143500"/>
          </a:xfrm>
          <a:prstGeom prst="rect">
            <a:avLst/>
          </a:prstGeom>
          <a:blipFill dpi="0" rotWithShape="1">
            <a:blip r:embed="rId2"/>
            <a:tile algn="tl" sx="75000" sy="75000" tx="0" ty="0"/>
          </a:blipFill>
          <a:ln cap="flat" w="9525">
            <a:noFill/>
            <a:prstDash val="solid"/>
            <a:round/>
          </a:ln>
          <a:effectLst>
            <a:outerShdw blurRad="50800" dir="0" dist="95250">
              <a:srgbClr val="3f3f3f">
                <a:alpha val="39999"/>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defPPr>
              <a:defRPr>
                <a:effectLst>
                  <a:outerShdw blurRad="50800" dir="0" dist="95250">
                    <a:srgbClr val="3f3f3f">
                      <a:alpha val="39999"/>
                    </a:srgbClr>
                  </a:outerShdw>
                </a:effectLst>
              </a:defRPr>
            </a:defPPr>
          </a:lstStyle>
          <a:p>
            <a:pPr algn="ctr"/>
            <a:r>
              <a:rPr b="1" dirty="0" lang="en-US" sz="2000">
                <a:solidFill>
                  <a:schemeClr val="bg1"/>
                </a:solidFill>
                <a:effectLst>
                  <a:outerShdw blurRad="50800" dir="2700000" dist="95250">
                    <a:srgbClr val="3f3f3f">
                      <a:alpha val="39999"/>
                    </a:srgbClr>
                  </a:outerShdw>
                </a:effectLst>
                <a:latin typeface="Old Standard TT"/>
              </a:rPr>
              <a:t/>
            </a:r>
          </a:p>
          <a:p>
            <a:pPr algn="ctr"/>
            <a:r>
              <a:rPr b="1" dirty="0" lang="en-US" sz="2900">
                <a:effectLst>
                  <a:outerShdw blurRad="50800" dir="2700000" dist="95250">
                    <a:srgbClr val="3f3f3f">
                      <a:alpha val="39999"/>
                    </a:srgbClr>
                  </a:outerShdw>
                </a:effectLst>
                <a:latin typeface="Old Standard TT"/>
              </a:rPr>
              <a:t>Historical Timeline of </a:t>
            </a:r>
            <a:r>
              <a:rPr b="1" dirty="0" lang="en-US" sz="2900">
                <a:effectLst>
                  <a:outerShdw blurRad="50800" dir="2700000" dist="95250">
                    <a:srgbClr val="3f3f3f">
                      <a:alpha val="39999"/>
                    </a:srgbClr>
                  </a:outerShdw>
                </a:effectLst>
                <a:latin typeface="Old Standard TT"/>
              </a:rPr>
              <a:t>Philippine Constitutions</a:t>
            </a:r>
          </a:p>
          <a:p>
            <a:pPr algn="ct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p>
          <a:p>
            <a:pPr algn="ctr" lvl="0" marL="0" rtl="false">
              <a:defRPr b="0" dirty="0" lang="en-US" sz="1800">
                <a:solidFill>
                  <a:schemeClr val="tx1"/>
                </a:solidFill>
                <a:effectLst>
                  <a:outerShdw blurRad="50800" dir="2700000" dist="95250">
                    <a:srgbClr val="3f3f3f">
                      <a:alpha val="39999"/>
                    </a:srgbClr>
                  </a:outerShdw>
                </a:effectLst>
                <a:latin typeface="Open Sans"/>
              </a:defRPr>
            </a:pPr>
            <a:r>
              <a:rPr b="1" dirty="0" lang="en-US" sz="2900">
                <a:effectLst>
                  <a:outerShdw blurRad="50800" dir="2700000" dist="95250">
                    <a:srgbClr val="3f3f3f">
                      <a:alpha val="39999"/>
                    </a:srgbClr>
                  </a:outerShdw>
                </a:effectLst>
                <a:latin typeface="Old Standard TT"/>
              </a:rPr>
              <a:t/>
            </a:r>
            <a:endParaRPr b="1" dirty="0" lang="en-US" sz="2900">
              <a:effectLst>
                <a:outerShdw blurRad="50800" dir="2700000" dist="95250">
                  <a:srgbClr val="3f3f3f">
                    <a:alpha val="39999"/>
                  </a:srgbClr>
                </a:outerShdw>
              </a:effectLst>
              <a:latin typeface="Old Standard TT"/>
            </a:endParaRPr>
          </a:p>
        </p:txBody>
      </p:sp>
      <p:sp>
        <p:nvSpPr>
          <p:cNvPr id="4" name="">
            <a:extLst>
              <a:ext uri="{04F4F176-42D5-45EC-99B6-9BC45E36B614}">
                <a16:creationId xmlns:a16="http://schemas.microsoft.com/office/drawing/2010/main" id="{7517DAFC-956E-4A59-B7C8-D022CA7D4E8D}"/>
              </a:ext>
            </a:extLst>
          </p:cNvPr>
          <p:cNvSpPr/>
          <p:nvPr/>
        </p:nvSpPr>
        <p:spPr>
          <a:xfrm rot="0">
            <a:off x="6125281" y="3006188"/>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5" name="">
            <a:extLst>
              <a:ext uri="{B328ABC0-FA6F-4B7E-A4A7-559F8A6E3049}">
                <a16:creationId xmlns:a16="http://schemas.microsoft.com/office/drawing/2010/main" id="{8B9F8757-88E6-4574-8C95-BC571F9A3CEA}"/>
              </a:ext>
            </a:extLst>
          </p:cNvPr>
          <p:cNvSpPr/>
          <p:nvPr/>
        </p:nvSpPr>
        <p:spPr>
          <a:xfrm rot="21600000">
            <a:off x="8504400" y="3006188"/>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6" name="">
            <a:extLst>
              <a:ext uri="{58C651F0-8568-4290-9772-0D67B9FED8BC}">
                <a16:creationId xmlns:a16="http://schemas.microsoft.com/office/drawing/2010/main" id="{2C1880BA-3572-4F57-A90E-9E0334B019D1}"/>
              </a:ext>
            </a:extLst>
          </p:cNvPr>
          <p:cNvSpPr/>
          <p:nvPr/>
        </p:nvSpPr>
        <p:spPr>
          <a:xfrm rot="0">
            <a:off x="3845081" y="3006188"/>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7" name="">
            <a:extLst>
              <a:ext uri="{7B63D6DD-E084-4117-AAE8-09D806BB45BA}">
                <a16:creationId xmlns:a16="http://schemas.microsoft.com/office/drawing/2010/main" id="{C2005C7C-3B22-41BF-A256-4C0FFA1BC21F}"/>
              </a:ext>
            </a:extLst>
          </p:cNvPr>
          <p:cNvSpPr/>
          <p:nvPr/>
        </p:nvSpPr>
        <p:spPr>
          <a:xfrm rot="10800000">
            <a:off x="7297888" y="2451225"/>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8" name="">
            <a:extLst>
              <a:ext uri="{A364B857-BE71-42CB-BDF1-B31FB97CEE09}">
                <a16:creationId xmlns:a16="http://schemas.microsoft.com/office/drawing/2010/main" id="{A9DA7FF0-EB37-43A4-9070-AE1BCB8704A8}"/>
              </a:ext>
            </a:extLst>
          </p:cNvPr>
          <p:cNvSpPr/>
          <p:nvPr/>
        </p:nvSpPr>
        <p:spPr>
          <a:xfrm rot="10800000">
            <a:off x="5128426" y="2469175"/>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9" name="">
            <a:extLst>
              <a:ext uri="{E2D12874-CDCC-451B-B1C0-C65926900CFC}">
                <a16:creationId xmlns:a16="http://schemas.microsoft.com/office/drawing/2010/main" id="{59C1B531-AF7C-46AD-B6E0-8689BA61A1D4}"/>
              </a:ext>
            </a:extLst>
          </p:cNvPr>
          <p:cNvSpPr/>
          <p:nvPr/>
        </p:nvSpPr>
        <p:spPr>
          <a:xfrm rot="10800000">
            <a:off x="2756793" y="2451254"/>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10" name="">
            <a:extLst>
              <a:ext uri="{D7AA2D46-EE06-4973-B4B9-4E53CAA3D1BD}">
                <a16:creationId xmlns:a16="http://schemas.microsoft.com/office/drawing/2010/main" id="{461F771B-20D6-470E-92F4-930754410679}"/>
              </a:ext>
            </a:extLst>
          </p:cNvPr>
          <p:cNvSpPr/>
          <p:nvPr/>
        </p:nvSpPr>
        <p:spPr>
          <a:xfrm rot="21600000">
            <a:off x="1543427" y="2988214"/>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11" name="">
            <a:extLst>
              <a:ext uri="{84EC035B-6743-455D-98ED-3307DC961EB6}">
                <a16:creationId xmlns:a16="http://schemas.microsoft.com/office/drawing/2010/main" id="{832CFA13-42C4-4691-BD33-23278893CC80}"/>
              </a:ext>
            </a:extLst>
          </p:cNvPr>
          <p:cNvSpPr/>
          <p:nvPr/>
        </p:nvSpPr>
        <p:spPr>
          <a:xfrm rot="16200000">
            <a:off x="4414910" y="-1015412"/>
            <a:ext cx="249828" cy="8293030"/>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12" name="">
            <a:extLst>
              <a:ext uri="{E689C22C-A38F-44A9-BB70-0D7DDE11C1B8}">
                <a16:creationId xmlns:a16="http://schemas.microsoft.com/office/drawing/2010/main" id="{E255ABBE-627E-460E-B49F-FE396BCC0E71}"/>
              </a:ext>
            </a:extLst>
          </p:cNvPr>
          <p:cNvSpPr>
            <a:spLocks noChangeAspect="false"/>
          </p:cNvSpPr>
          <p:nvPr/>
        </p:nvSpPr>
        <p:spPr>
          <a:xfrm flipH="true" flipV="true">
            <a:off x="1525788"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3" name="">
            <a:extLst>
              <a:ext uri="{5846FE7E-A6A8-4E47-BDFA-C58F3B3313BE}">
                <a16:creationId xmlns:a16="http://schemas.microsoft.com/office/drawing/2010/main" id="{EC8A1A8C-B126-411C-A76C-E3AA86547CF0}"/>
              </a:ext>
            </a:extLst>
          </p:cNvPr>
          <p:cNvSpPr>
            <a:spLocks noChangeAspect="false"/>
          </p:cNvSpPr>
          <p:nvPr/>
        </p:nvSpPr>
        <p:spPr>
          <a:xfrm flipH="true" flipV="true">
            <a:off x="2739154"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4" name="">
            <a:extLst>
              <a:ext uri="{0B7D41AD-0B8E-417E-ADAB-53A02C044399}">
                <a16:creationId xmlns:a16="http://schemas.microsoft.com/office/drawing/2010/main" id="{FCC1F4B0-5541-4417-8AB6-961F022B533F}"/>
              </a:ext>
            </a:extLst>
          </p:cNvPr>
          <p:cNvSpPr>
            <a:spLocks noChangeAspect="false"/>
          </p:cNvSpPr>
          <p:nvPr/>
        </p:nvSpPr>
        <p:spPr>
          <a:xfrm flipH="true" flipV="true">
            <a:off x="3827442"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5" name="">
            <a:extLst>
              <a:ext uri="{FE2FA692-B88B-4D12-AF1B-EBBE79226B83}">
                <a16:creationId xmlns:a16="http://schemas.microsoft.com/office/drawing/2010/main" id="{A78AE8C4-8FC0-4219-8068-816658C8B6DC}"/>
              </a:ext>
            </a:extLst>
          </p:cNvPr>
          <p:cNvSpPr>
            <a:spLocks noChangeAspect="false"/>
          </p:cNvSpPr>
          <p:nvPr/>
        </p:nvSpPr>
        <p:spPr>
          <a:xfrm flipH="true" flipV="true">
            <a:off x="5110787"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6" name="">
            <a:extLst>
              <a:ext uri="{AB84D01E-8674-46BB-AB56-433B5EF1F12C}">
                <a16:creationId xmlns:a16="http://schemas.microsoft.com/office/drawing/2010/main" id="{86948686-1ACA-4455-8043-E5A395F3019E}"/>
              </a:ext>
            </a:extLst>
          </p:cNvPr>
          <p:cNvSpPr>
            <a:spLocks noChangeAspect="false"/>
          </p:cNvSpPr>
          <p:nvPr/>
        </p:nvSpPr>
        <p:spPr>
          <a:xfrm flipH="true" flipV="true">
            <a:off x="6107642"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7" name="">
            <a:extLst>
              <a:ext uri="{1CA2B5A8-2B46-4F90-BDCE-0E27E7C867CD}">
                <a16:creationId xmlns:a16="http://schemas.microsoft.com/office/drawing/2010/main" id="{1F732A36-FD0D-4041-816A-F131AADB4ADE}"/>
              </a:ext>
            </a:extLst>
          </p:cNvPr>
          <p:cNvSpPr>
            <a:spLocks noChangeAspect="false"/>
          </p:cNvSpPr>
          <p:nvPr/>
        </p:nvSpPr>
        <p:spPr>
          <a:xfrm flipH="true" flipV="true">
            <a:off x="7280249"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8" name="">
            <a:extLst>
              <a:ext uri="{5C970F2F-E7EC-40C3-8454-C9D32C37D56D}">
                <a16:creationId xmlns:a16="http://schemas.microsoft.com/office/drawing/2010/main" id="{6923F879-D4BC-4DAC-85EE-9C24B5212243}"/>
              </a:ext>
            </a:extLst>
          </p:cNvPr>
          <p:cNvSpPr>
            <a:spLocks noChangeAspect="false"/>
          </p:cNvSpPr>
          <p:nvPr/>
        </p:nvSpPr>
        <p:spPr>
          <a:xfrm flipH="true" flipV="true">
            <a:off x="8469122" y="2988214"/>
            <a:ext cx="285135"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19" name="">
            <a:extLst>
              <a:ext uri="{1EAB118C-0026-4558-AD87-BA4053D9139A}">
                <a16:creationId xmlns:a16="http://schemas.microsoft.com/office/drawing/2010/main" id="{AD78D493-FD6F-4D50-A840-5AFFCF5F21B2}"/>
              </a:ext>
            </a:extLst>
          </p:cNvPr>
          <p:cNvSpPr/>
          <p:nvPr/>
        </p:nvSpPr>
        <p:spPr>
          <a:xfrm rot="10800000">
            <a:off x="393309" y="2469175"/>
            <a:ext cx="249857" cy="804791"/>
          </a:xfrm>
          <a:prstGeom prst="upArrow">
            <a:avLst/>
          </a:prstGeom>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20" name="">
            <a:extLst>
              <a:ext uri="{F86C3F79-7786-4DD6-9D00-24314F59A1F3}">
                <a16:creationId xmlns:a16="http://schemas.microsoft.com/office/drawing/2010/main" id="{8A9B513E-37EB-4824-A242-A6A6E86784F5}"/>
              </a:ext>
            </a:extLst>
          </p:cNvPr>
          <p:cNvSpPr>
            <a:spLocks noChangeAspect="false"/>
          </p:cNvSpPr>
          <p:nvPr/>
        </p:nvSpPr>
        <p:spPr>
          <a:xfrm flipH="true" flipV="true">
            <a:off x="375363" y="2988214"/>
            <a:ext cx="285750" cy="285750"/>
          </a:xfrm>
          <a:prstGeom prst="ellipse">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0"/>
          </a:gradFill>
          <a:ln cap="flat" w="9525">
            <a:solidFill>
              <a:schemeClr val="accent1">
                <a:shade val="95000"/>
                <a:satMod val="104999"/>
              </a:schemeClr>
            </a:solid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ot="10800000" rtlCol="0"/>
          <a:lstStyle/>
          <a:p>
            <a:pPr algn="ctr"/>
            <a:r>
              <a:rPr dirty="0" lang="en-US"/>
              <a:t/>
            </a:r>
            <a:endParaRPr dirty="0" lang="en-US"/>
          </a:p>
        </p:txBody>
      </p:sp>
      <p:sp>
        <p:nvSpPr>
          <p:cNvPr id="21" name="">
            <a:extLst>
              <a:ext uri="{ADBFC3A3-EC27-416B-B86F-3EDFFA9C99CB}">
                <a16:creationId xmlns:a16="http://schemas.microsoft.com/office/drawing/2010/main" id="{E99B7D95-AE56-4F76-9F66-6DE7B52EA6E0}"/>
              </a:ext>
            </a:extLst>
          </p:cNvPr>
          <p:cNvSpPr txBox="1"/>
          <p:nvPr>
            <p:custDataLst>
              <p:tags r:id="rId3"/>
            </p:custDataLst>
          </p:nvPr>
        </p:nvSpPr>
        <p:spPr>
          <a:xfrm flipH="false" flipV="false">
            <a:off x="-94076" y="1127250"/>
            <a:ext cx="2016518"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Republic of Biak-na-Bato</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11.01.1897</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12.14.1897</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2" name="">
            <a:extLst>
              <a:ext uri="{9DA03B2D-76EA-4AFF-8425-4C0A2206D78E}">
                <a16:creationId xmlns:a16="http://schemas.microsoft.com/office/drawing/2010/main" id="{EC247B75-C771-42A3-A7F9-57A64AA8A01C}"/>
              </a:ext>
            </a:extLst>
          </p:cNvPr>
          <p:cNvSpPr txBox="1"/>
          <p:nvPr>
            <p:custDataLst>
              <p:tags r:id="rId4"/>
            </p:custDataLst>
          </p:nvPr>
        </p:nvSpPr>
        <p:spPr>
          <a:xfrm flipH="false" flipV="false">
            <a:off x="715856" y="3819525"/>
            <a:ext cx="1905000" cy="1323974"/>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1st Philippine Republic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01.23.1899</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03.23.1901</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3" name="">
            <a:extLst>
              <a:ext uri="{1C7673FB-85BF-48AB-90DD-E48215B1F2F6}">
                <a16:creationId xmlns:a16="http://schemas.microsoft.com/office/drawing/2010/main" id="{60F1474B-7933-4607-B39B-5E7805A578DE}"/>
              </a:ext>
            </a:extLst>
          </p:cNvPr>
          <p:cNvSpPr txBox="1"/>
          <p:nvPr>
            <p:custDataLst>
              <p:tags r:id="rId5"/>
            </p:custDataLst>
          </p:nvPr>
        </p:nvSpPr>
        <p:spPr>
          <a:xfrm flipH="false" flipV="false">
            <a:off x="1873462" y="1127279"/>
            <a:ext cx="2016518"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American Colonial Period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12.18.1898</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03.24.1934</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4" name="">
            <a:extLst>
              <a:ext uri="{333CED68-79C2-4564-BAB0-7C2503B0AEA0}">
                <a16:creationId xmlns:a16="http://schemas.microsoft.com/office/drawing/2010/main" id="{BEC89DBA-2CB9-4269-8B74-68A0F26F025D}"/>
              </a:ext>
            </a:extLst>
          </p:cNvPr>
          <p:cNvSpPr txBox="1"/>
          <p:nvPr>
            <p:custDataLst>
              <p:tags r:id="rId6"/>
            </p:custDataLst>
          </p:nvPr>
        </p:nvSpPr>
        <p:spPr>
          <a:xfrm flipH="false" flipV="false">
            <a:off x="3024290" y="3819525"/>
            <a:ext cx="1904999" cy="1323974"/>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2nd Philippine Republic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10.14.1943</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08.17.1945</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5" name="">
            <a:extLst>
              <a:ext uri="{CE54A1A0-AE04-4249-BA0B-748A326121A9}">
                <a16:creationId xmlns:a16="http://schemas.microsoft.com/office/drawing/2010/main" id="{CAA8B533-4895-4FD8-B098-B0AF3479F309}"/>
              </a:ext>
            </a:extLst>
          </p:cNvPr>
          <p:cNvSpPr txBox="1"/>
          <p:nvPr>
            <p:custDataLst>
              <p:tags r:id="rId7"/>
            </p:custDataLst>
          </p:nvPr>
        </p:nvSpPr>
        <p:spPr>
          <a:xfrm flipH="false" flipV="false">
            <a:off x="5128425" y="3819525"/>
            <a:ext cx="1905000"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4th Philippine Republic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01.17.1973</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02.22.1986</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6" name="">
            <a:extLst>
              <a:ext uri="{0F5AC7A3-552E-413A-B5A6-AF2B1C9F30DD}">
                <a16:creationId xmlns:a16="http://schemas.microsoft.com/office/drawing/2010/main" id="{3B8D8514-5F54-48A1-999D-1AD329DBAC4F}"/>
              </a:ext>
            </a:extLst>
          </p:cNvPr>
          <p:cNvSpPr txBox="1"/>
          <p:nvPr>
            <p:custDataLst>
              <p:tags r:id="rId8"/>
            </p:custDataLst>
          </p:nvPr>
        </p:nvSpPr>
        <p:spPr>
          <a:xfrm flipH="false" flipV="false">
            <a:off x="7202710" y="3819525"/>
            <a:ext cx="1904999"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Republic of the Philippines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02.02.1987</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Present </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7" name="">
            <a:extLst>
              <a:ext uri="{04FD8C2F-7A8B-4DF6-B4A8-74DA8DC34D8E}">
                <a16:creationId xmlns:a16="http://schemas.microsoft.com/office/drawing/2010/main" id="{BC9FD15F-1AC6-440F-B244-21AC455E9A81}"/>
              </a:ext>
            </a:extLst>
          </p:cNvPr>
          <p:cNvSpPr txBox="1"/>
          <p:nvPr>
            <p:custDataLst>
              <p:tags r:id="rId9"/>
            </p:custDataLst>
          </p:nvPr>
        </p:nvSpPr>
        <p:spPr>
          <a:xfrm flipH="false" flipV="false">
            <a:off x="4245095" y="1127250"/>
            <a:ext cx="2016518"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3rd Philippine Republic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07.04.1946</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01.16.1973</a:t>
            </a:r>
            <a:endParaRPr b="1" dirty="0" lang="en-US" sz="2000">
              <a:solidFill>
                <a:schemeClr val="bg1"/>
              </a:solidFill>
              <a:effectLst>
                <a:outerShdw blurRad="50800" dir="10800000" dist="47625">
                  <a:srgbClr val="3f3f3f">
                    <a:alpha val="39999"/>
                  </a:srgbClr>
                </a:outerShdw>
              </a:effectLst>
              <a:latin typeface="Old Standard TT"/>
            </a:endParaRPr>
          </a:p>
        </p:txBody>
      </p:sp>
      <p:sp>
        <p:nvSpPr>
          <p:cNvPr id="28" name="">
            <a:extLst>
              <a:ext uri="{9622B909-9EE2-4E6E-9442-532DBDCA823C}">
                <a16:creationId xmlns:a16="http://schemas.microsoft.com/office/drawing/2010/main" id="{60097A47-8422-47E9-A2BA-237ED1ADB105}"/>
              </a:ext>
            </a:extLst>
          </p:cNvPr>
          <p:cNvSpPr txBox="1"/>
          <p:nvPr>
            <p:custDataLst>
              <p:tags r:id="rId10"/>
            </p:custDataLst>
          </p:nvPr>
        </p:nvSpPr>
        <p:spPr>
          <a:xfrm flipH="false" flipV="false">
            <a:off x="6414557" y="1127279"/>
            <a:ext cx="2016518" cy="1323975"/>
          </a:xfrm>
          <a:noFill/>
          <a:ln cap="rnd" w="25400">
            <a:solidFill>
              <a:schemeClr val="accent1">
                <a:shade val="50000"/>
                <a:alpha val="0"/>
              </a:schemeClr>
            </a:solidFill>
            <a:prstDash val="sysDash"/>
            <a:round/>
          </a:ln>
        </p:spPr>
        <p:txBody>
          <a:bodyPr anchor="ctr" bIns="47625" lIns="95250" rIns="95250" rtlCol="0" tIns="47625">
            <a:spAutoFit/>
          </a:bodyPr>
          <a:lstStyle>
            <a:defPPr>
              <a:defRPr>
                <a:effectLst/>
              </a:defRPr>
            </a:defPPr>
            <a:lvl1pPr algn="l" lvl="0" marL="0" rtl="false">
              <a:defRPr dirty="0" lang="en-US" sz="1800">
                <a:solidFill>
                  <a:schemeClr val="tx1"/>
                </a:solidFill>
                <a:effectLst>
                  <a:outerShdw blurRad="50800" dir="10800000" dist="47625">
                    <a:srgbClr val="3f3f3f">
                      <a:alpha val="39999"/>
                    </a:srgbClr>
                  </a:outerShdw>
                </a:effectLst>
                <a:latin typeface="Open Sans"/>
              </a:defRPr>
            </a:lvl1pPr>
            <a:lvl2pPr algn="l" lvl="1" marL="457200" rtl="false">
              <a:defRPr dirty="0" lang="en-US" sz="1800">
                <a:solidFill>
                  <a:schemeClr val="tx1"/>
                </a:solidFill>
                <a:effectLst>
                  <a:outerShdw blurRad="50800" dir="10800000" dist="47625">
                    <a:srgbClr val="3f3f3f">
                      <a:alpha val="39999"/>
                    </a:srgbClr>
                  </a:outerShdw>
                </a:effectLst>
                <a:latin typeface="Open Sans"/>
              </a:defRPr>
            </a:lvl2pPr>
            <a:lvl3pPr algn="l" lvl="2" marL="914400" rtl="false">
              <a:defRPr dirty="0" lang="en-US" sz="1800">
                <a:solidFill>
                  <a:schemeClr val="tx1"/>
                </a:solidFill>
                <a:effectLst>
                  <a:outerShdw blurRad="50800" dir="10800000" dist="47625">
                    <a:srgbClr val="3f3f3f">
                      <a:alpha val="39999"/>
                    </a:srgbClr>
                  </a:outerShdw>
                </a:effectLst>
                <a:latin typeface="Open Sans"/>
              </a:defRPr>
            </a:lvl3pPr>
            <a:lvl4pPr algn="l" lvl="3" marL="1371600" rtl="false">
              <a:defRPr dirty="0" lang="en-US" sz="1800">
                <a:solidFill>
                  <a:schemeClr val="tx1"/>
                </a:solidFill>
                <a:effectLst>
                  <a:outerShdw blurRad="50800" dir="10800000" dist="47625">
                    <a:srgbClr val="3f3f3f">
                      <a:alpha val="39999"/>
                    </a:srgbClr>
                  </a:outerShdw>
                </a:effectLst>
                <a:latin typeface="Open Sans"/>
              </a:defRPr>
            </a:lvl4pPr>
            <a:lvl5pPr algn="l" lvl="4" marL="1828800" rtl="false">
              <a:defRPr dirty="0" lang="en-US" sz="1800">
                <a:solidFill>
                  <a:schemeClr val="tx1"/>
                </a:solidFill>
                <a:effectLst>
                  <a:outerShdw blurRad="50800" dir="10800000" dist="47625">
                    <a:srgbClr val="3f3f3f">
                      <a:alpha val="39999"/>
                    </a:srgbClr>
                  </a:outerShdw>
                </a:effectLst>
                <a:latin typeface="Open Sans"/>
              </a:defRPr>
            </a:lvl5pPr>
            <a:lvl6pPr algn="l" lvl="5" marL="2286000" rtl="false">
              <a:defRPr dirty="0" lang="en-US" sz="1800">
                <a:solidFill>
                  <a:schemeClr val="tx1"/>
                </a:solidFill>
                <a:effectLst>
                  <a:outerShdw blurRad="50800" dir="10800000" dist="47625">
                    <a:srgbClr val="3f3f3f">
                      <a:alpha val="39999"/>
                    </a:srgbClr>
                  </a:outerShdw>
                </a:effectLst>
                <a:latin typeface="Open Sans"/>
              </a:defRPr>
            </a:lvl6pPr>
            <a:lvl7pPr algn="l" lvl="6" marL="2743200" rtl="false">
              <a:defRPr dirty="0" lang="en-US" sz="1800">
                <a:solidFill>
                  <a:schemeClr val="tx1"/>
                </a:solidFill>
                <a:effectLst>
                  <a:outerShdw blurRad="50800" dir="10800000" dist="47625">
                    <a:srgbClr val="3f3f3f">
                      <a:alpha val="39999"/>
                    </a:srgbClr>
                  </a:outerShdw>
                </a:effectLst>
                <a:latin typeface="Open Sans"/>
              </a:defRPr>
            </a:lvl7pPr>
            <a:lvl8pPr algn="l" lvl="7" marL="3200400" rtl="false">
              <a:defRPr dirty="0" lang="en-US" sz="1800">
                <a:solidFill>
                  <a:schemeClr val="tx1"/>
                </a:solidFill>
                <a:effectLst>
                  <a:outerShdw blurRad="50800" dir="10800000" dist="47625">
                    <a:srgbClr val="3f3f3f">
                      <a:alpha val="39999"/>
                    </a:srgbClr>
                  </a:outerShdw>
                </a:effectLst>
                <a:latin typeface="Open Sans"/>
              </a:defRPr>
            </a:lvl8pPr>
            <a:lvl9pPr algn="l" lvl="8" marL="3657600" rtl="false">
              <a:defRPr dirty="0" lang="en-US" sz="1800">
                <a:solidFill>
                  <a:schemeClr val="tx1"/>
                </a:solidFill>
                <a:effectLst>
                  <a:outerShdw blurRad="50800" dir="10800000" dist="47625">
                    <a:srgbClr val="3f3f3f">
                      <a:alpha val="39999"/>
                    </a:srgbClr>
                  </a:outerShdw>
                </a:effectLst>
                <a:latin typeface="Open Sans"/>
              </a:defRPr>
            </a:lvl9pPr>
          </a:lstStyle>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Revolutionary Government </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03.25.1986</a:t>
            </a:r>
          </a:p>
          <a:p>
            <a:pPr algn="ctr" lvl="0" marL="0" rtl="false">
              <a:defRPr b="0" dirty="0" lang="en-US" sz="1600">
                <a:solidFill>
                  <a:schemeClr val="tx1"/>
                </a:solidFill>
                <a:effectLst>
                  <a:outerShdw blurRad="50800" dir="10800000" dist="47625">
                    <a:srgbClr val="3f3f3f">
                      <a:alpha val="39999"/>
                    </a:srgbClr>
                  </a:outerShdw>
                </a:effectLst>
                <a:latin typeface="Open Sans"/>
              </a:defRPr>
            </a:pPr>
            <a:r>
              <a:rPr b="1" dirty="0" lang="en-US" sz="2000">
                <a:solidFill>
                  <a:schemeClr val="bg1"/>
                </a:solidFill>
                <a:effectLst>
                  <a:outerShdw blurRad="50800" dir="10800000" dist="47625">
                    <a:srgbClr val="3f3f3f">
                      <a:alpha val="39999"/>
                    </a:srgbClr>
                  </a:outerShdw>
                </a:effectLst>
                <a:latin typeface="Old Standard TT"/>
              </a:rPr>
              <a:t>02.01.1987</a:t>
            </a:r>
            <a:endParaRPr b="1" dirty="0" lang="en-US" sz="2000">
              <a:solidFill>
                <a:schemeClr val="bg1"/>
              </a:solidFill>
              <a:effectLst>
                <a:outerShdw blurRad="50800" dir="10800000" dist="47625">
                  <a:srgbClr val="3f3f3f">
                    <a:alpha val="39999"/>
                  </a:srgbClr>
                </a:outerShdw>
              </a:effectLst>
              <a:latin typeface="Old Standard TT"/>
            </a:endParaRPr>
          </a:p>
        </p:txBody>
      </p:sp>
    </p:spTree>
    <p:extLst>
      <p:ext uri="{3C7CBABD-E935-4D03-BB9E-9EE1BCC9011D}">
        <p14:creationId xmlns:p14="http://schemas.microsoft.com/office/powerpoint/2010/main" val="1732852587573"/>
      </p:ext>
    </p:extLst>
    <p:custDataLst>
      <p:tags r:id="rId11"/>
    </p:custData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DD4D593D-A713-492F-B4DB-3BF6AFEDB36A}">
                <a16:creationId xmlns:a16="http://schemas.microsoft.com/office/drawing/2010/main" id="{81C0F4C1-426A-4B0D-8F92-7F117AF57ED9}"/>
              </a:ext>
            </a:extLst>
          </p:cNvPr>
          <p:cNvSpPr/>
          <p:nvPr/>
        </p:nvSpPr>
        <p:spPr>
          <a:xfrm rot="5400000">
            <a:off x="1650657" y="1618616"/>
            <a:ext cx="7042765" cy="1906268"/>
          </a:xfrm>
          <a:prstGeom prst="mathMinus">
            <a:avLst/>
          </a:prstGeom>
          <a:blipFill dpi="0" rotWithShape="1">
            <a:blip r:embed="rId2"/>
            <a:tile algn="tl" sx="75000" sy="75000" tx="0" ty="0"/>
          </a:blipFill>
          <a:ln cap="flat" w="9525">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3" name="">
            <a:extLst>
              <a:ext uri="{FEBF2074-6428-4CB4-96F2-90360D8928AD}">
                <a16:creationId xmlns:a16="http://schemas.microsoft.com/office/drawing/2010/main" id="{07B9F1EA-10B2-4DDA-9E09-D56DC61CB1BF}"/>
              </a:ext>
            </a:extLst>
          </p:cNvPr>
          <p:cNvSpPr/>
          <p:nvPr>
            <p:custDataLst>
              <p:tags r:id="rId3"/>
            </p:custDataLst>
          </p:nvPr>
        </p:nvSpPr>
        <p:spPr>
          <a:xfrm>
            <a:off x="0" y="0"/>
            <a:ext cx="5033958" cy="5143500"/>
          </a:xfrm>
          <a:prstGeom prst="rect">
            <a:avLst/>
          </a:prstGeom>
          <a:pattFill prst="pct5">
            <a:fgClr>
              <a:schemeClr val="accent1">
                <a:lumMod val="20000"/>
              </a:schemeClr>
            </a:fgClr>
            <a:bgClr>
              <a:schemeClr val="tx2">
                <a:lumMod val="80000"/>
                <a:lumOff val="20000"/>
              </a:schemeClr>
            </a:bgClr>
          </a:pattFill>
          <a:ln cap="flat" w="9525">
            <a:solidFill>
              <a:schemeClr val="tx1"/>
            </a:solidFill>
            <a:prstDash val="solid"/>
            <a:miter lim="800000"/>
          </a:ln>
          <a:effectLst>
            <a:outerShdw blurRad="50800" dir="2700000" dist="95250">
              <a:srgbClr val="3f3f3f">
                <a:alpha val="39999"/>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defPPr>
              <a:defRPr>
                <a:effectLst>
                  <a:outerShdw blurRad="50800" dir="2700000" dist="95250">
                    <a:srgbClr val="3f3f3f">
                      <a:alpha val="39999"/>
                    </a:srgbClr>
                  </a:outerShdw>
                </a:effectLst>
              </a:defRPr>
            </a:defPPr>
          </a:lstStyle>
          <a:p>
            <a:pPr algn="ctr"/>
            <a:r>
              <a:rPr dirty="0" lang="en-US" sz="4000">
                <a:effectLst>
                  <a:outerShdw blurRad="50800" dir="8100000" dist="19050">
                    <a:srgbClr val="3f3f3f">
                      <a:alpha val="39999"/>
                    </a:srgbClr>
                  </a:outerShdw>
                </a:effectLst>
              </a:rPr>
              <a:t/>
            </a:r>
          </a:p>
          <a:p>
            <a:pPr algn="ctr"/>
            <a:r>
              <a:rPr b="1" dirty="0" lang="en-US" sz="4000">
                <a:solidFill>
                  <a:schemeClr val="bg2"/>
                </a:solidFill>
                <a:effectLst>
                  <a:outerShdw blurRad="50800" dir="8100000" dist="19050">
                    <a:srgbClr val="3f3f3f">
                      <a:alpha val="39999"/>
                    </a:srgbClr>
                  </a:outerShdw>
                </a:effectLst>
                <a:latin typeface="Old Standard TT"/>
              </a:rPr>
              <a:t>Evolution</a:t>
            </a:r>
            <a:r>
              <a:rPr b="1" dirty="0" lang="en-US" sz="4000">
                <a:solidFill>
                  <a:schemeClr val="bg2"/>
                </a:solidFill>
                <a:effectLst>
                  <a:outerShdw blurRad="50800" dir="8100000" dist="19050">
                    <a:srgbClr val="3f3f3f">
                      <a:alpha val="39999"/>
                    </a:srgbClr>
                  </a:outerShdw>
                </a:effectLst>
                <a:latin typeface="Old Standard TT"/>
              </a:rPr>
              <a:t> </a:t>
            </a:r>
            <a:r>
              <a:rPr b="1" dirty="0" lang="en-US" sz="4000">
                <a:solidFill>
                  <a:schemeClr val="bg2"/>
                </a:solidFill>
                <a:effectLst>
                  <a:outerShdw blurRad="50800" dir="8100000" dist="19050">
                    <a:srgbClr val="3f3f3f">
                      <a:alpha val="39999"/>
                    </a:srgbClr>
                  </a:outerShdw>
                </a:effectLst>
                <a:latin typeface="Old Standard TT"/>
              </a:rPr>
              <a:t>of the Philippine Constitutions</a:t>
            </a:r>
          </a:p>
          <a:p>
            <a:pPr algn="ctr"/>
            <a:r>
              <a:rPr b="0" dirty="0" lang="en-US" sz="2800">
                <a:solidFill>
                  <a:schemeClr val="bg1"/>
                </a:solidFill>
                <a:effectLst>
                  <a:outerShdw blurRad="50800" dir="8100000" dist="19050">
                    <a:srgbClr val="3f3f3f">
                      <a:alpha val="39999"/>
                    </a:srgbClr>
                  </a:outerShdw>
                </a:effectLst>
                <a:latin typeface="Old Standard TT"/>
              </a:rPr>
              <a:t>since 1897</a:t>
            </a:r>
          </a:p>
          <a:p>
            <a:pPr algn="ctr"/>
            <a:r>
              <a:rPr b="0" dirty="0" lang="en-US" sz="2800">
                <a:solidFill>
                  <a:schemeClr val="bg1"/>
                </a:solidFill>
                <a:effectLst>
                  <a:outerShdw blurRad="50800" dir="8100000" dist="19050">
                    <a:srgbClr val="3f3f3f">
                      <a:alpha val="39999"/>
                    </a:srgbClr>
                  </a:outerShdw>
                </a:effectLst>
                <a:latin typeface="Old Standard TT"/>
              </a:rPr>
              <a:t/>
            </a:r>
            <a:endParaRPr b="0" dirty="0" lang="en-US" sz="2800">
              <a:solidFill>
                <a:schemeClr val="bg1"/>
              </a:solidFill>
              <a:effectLst>
                <a:outerShdw blurRad="50800" dir="8100000" dist="19050">
                  <a:srgbClr val="3f3f3f">
                    <a:alpha val="39999"/>
                  </a:srgbClr>
                </a:outerShdw>
              </a:effectLst>
              <a:latin typeface="Old Standard TT"/>
            </a:endParaRPr>
          </a:p>
        </p:txBody>
      </p:sp>
      <p:pic>
        <p:nvPicPr>
          <p:cNvPr id="4" name="">
            <a:extLst>
              <a:ext uri="{46878AE2-4405-4AE6-ABF0-BF378443017C}">
                <a16:creationId xmlns:a16="http://schemas.microsoft.com/office/drawing/2010/main" id="{D9571BD8-C0D6-4D74-AEEA-3B270878FD6E}"/>
              </a:ext>
            </a:extLst>
          </p:cNvPr>
          <p:cNvPicPr>
            <a:picLocks noChangeAspect="true"/>
          </p:cNvPicPr>
          <p:nvPr/>
        </p:nvPicPr>
        <p:blipFill>
          <a:blip r:link="rId4"/>
          <a:srcRect b="0" l="0" r="2246" t="10100"/>
          <a:stretch>
            <a:fillRect/>
          </a:stretch>
        </p:blipFill>
        <p:spPr>
          <a:xfrm flipH="false" flipV="false">
            <a:off x="5033958" y="0"/>
            <a:ext cx="4110042" cy="2699407"/>
          </a:xfrm>
          <a:prstGeom prst="rect">
            <a:avLst/>
          </a:prstGeom>
          <a:noFill/>
        </p:spPr>
      </p:pic>
      <p:pic>
        <p:nvPicPr>
          <p:cNvPr id="5" name="">
            <a:extLst>
              <a:ext uri="{4FAAE99F-97CA-48F4-AE02-C395F4686C3C}">
                <a16:creationId xmlns:a16="http://schemas.microsoft.com/office/drawing/2010/main" id="{0FC607DB-25FB-48E8-9B14-009776769C6F}"/>
              </a:ext>
            </a:extLst>
          </p:cNvPr>
          <p:cNvPicPr>
            <a:picLocks noChangeAspect="true"/>
          </p:cNvPicPr>
          <p:nvPr/>
        </p:nvPicPr>
        <p:blipFill>
          <a:blip>
            <a:duotone>
              <a:srgbClr val="000000"/>
              <a:srgbClr val="d9c3a5">
                <a:tint val="50000"/>
                <a:satMod val="180000"/>
              </a:srgbClr>
            </a:duotone>
            <a:lum bright="0" contrast="0"/>
            <a:extLst>
              <a:ext uri="{27C65719-4AEE-484E-9328-75D9F758BA14}">
                <a14:imgProps xmlns:a14="http://schemas.microsoft.com/office/drawing/2010/main">
                  <a14:imgLayer>
                    <a14:imgEffect>
                      <a14:brightnessContrast bright="0" contrast="0"/>
                    </a14:imgEffect>
                  </a14:imgLayer>
                </a14:imgProps>
              </a:ext>
              <a:ext uri="{ED5B821F-CFB3-46FE-A779-BA0E7166394A}">
                <a14:useLocalDpi xmlns:a14="http://schemas.microsoft.com/office/drawing/2010/main" val="0"/>
              </a:ext>
            </a:extLst>
          </a:blip>
          <a:srcRect b="8382" l="0" r="0" t="20160"/>
          <a:stretch>
            <a:fillRect/>
          </a:stretch>
        </p:blipFill>
        <p:spPr>
          <a:xfrm flipH="false" flipV="false">
            <a:off x="5033958" y="2565689"/>
            <a:ext cx="4110042" cy="2577810"/>
          </a:xfrm>
          <a:prstGeom prst="rect">
            <a:avLst/>
          </a:prstGeom>
          <a:noFill/>
          <a:ln cap="flat" w="11430">
            <a:noFill/>
            <a:prstDash val="solid"/>
            <a:round/>
          </a:ln>
          <a:effectLst>
            <a:outerShdw blurRad="50800" dir="2700000" dist="19050">
              <a:srgbClr val="5b5b5b">
                <a:alpha val="100000"/>
              </a:srgbClr>
            </a:outerShdw>
          </a:effectLst>
        </p:spPr>
      </p:pic>
    </p:spTree>
    <p:extLst>
      <p:ext uri="{455D434B-0EFD-4A00-A297-8D5876B71D06}">
        <p14:creationId xmlns:p14="http://schemas.microsoft.com/office/powerpoint/2010/main" val="1732852587579"/>
      </p:ext>
    </p:extLst>
    <p:custDataLst>
      <p:tags r:id="rId5"/>
    </p:custData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7DC07476-D53D-43B8-B853-3EED9FD4FAF2}">
                <a16:creationId xmlns:a16="http://schemas.microsoft.com/office/drawing/2010/main" id="{A0CC3778-F72A-4BAF-BDB1-4C3D202E6DE1}"/>
              </a:ext>
            </a:extLst>
          </p:cNvPr>
          <p:cNvPicPr/>
          <p:nvPr/>
        </p:nvPicPr>
        <p:blipFill>
          <a:blip r:link="rId2">
            <a:grayscl/>
            <a:lum bright="0" contrast="0"/>
            <a:extLst>
              <a:ext uri="{193FEFA3-78E8-4D6E-8DAF-CDDC9521051F}">
                <a14:imgProps xmlns:a14="http://schemas.microsoft.com/office/drawing/2010/main">
                  <a14:imgLayer>
                    <a14:imgEffect>
                      <a14:brightnessContrast bright="0" contrast="0"/>
                    </a14:imgEffect>
                  </a14:imgLayer>
                </a14:imgProps>
              </a:ext>
              <a:ext uri="{17FECB96-3C64-4D5B-A5FC-9E48642BC4E9}">
                <a14:useLocalDpi xmlns:a14="http://schemas.microsoft.com/office/drawing/2010/main" val="0"/>
              </a:ext>
            </a:extLst>
          </a:blip>
          <a:srcRect b="0" l="0" r="0" t="1990"/>
          <a:stretch>
            <a:fillRect/>
          </a:stretch>
        </p:blipFill>
        <p:spPr>
          <a:xfrm flipH="false" flipV="false">
            <a:off x="4629152" y="-16547"/>
            <a:ext cx="4514847" cy="2814291"/>
          </a:xfrm>
          <a:prstGeom prst="rect">
            <a:avLst/>
          </a:prstGeom>
          <a:noFill/>
          <a:ln cap="flat" w="11430">
            <a:solidFill>
              <a:srgbClr val="ffffff">
                <a:alpha val="100000"/>
              </a:srgbClr>
            </a:solidFill>
            <a:prstDash val="solid"/>
            <a:round/>
          </a:ln>
          <a:effectLst>
            <a:outerShdw blurRad="50800" dir="2700000" dist="0">
              <a:srgbClr val="5b5b5b">
                <a:alpha val="39999"/>
              </a:srgbClr>
            </a:outerShdw>
          </a:effectLst>
        </p:spPr>
      </p:pic>
      <p:pic>
        <p:nvPicPr>
          <p:cNvPr id="3" name="">
            <a:extLst>
              <a:ext uri="{726E6F74-1E18-4898-9FA4-4F0647E6DA19}">
                <a16:creationId xmlns:a16="http://schemas.microsoft.com/office/drawing/2010/main" id="{222EE329-9F2E-405F-91F8-61C3BA025B3C}"/>
              </a:ext>
            </a:extLst>
          </p:cNvPr>
          <p:cNvPicPr/>
          <p:nvPr/>
        </p:nvPicPr>
        <p:blipFill>
          <a:blip r:link="rId3"/>
          <a:stretch>
            <a:fillRect/>
          </a:stretch>
        </p:blipFill>
        <p:spPr>
          <a:xfrm flipH="false" flipV="false">
            <a:off x="4629152" y="2773204"/>
            <a:ext cx="4514847" cy="2370295"/>
          </a:xfrm>
          <a:prstGeom prst="rect">
            <a:avLst/>
          </a:prstGeom>
          <a:noFill/>
        </p:spPr>
      </p:pic>
      <p:sp>
        <p:nvSpPr>
          <p:cNvPr id="4" name="">
            <a:extLst>
              <a:ext uri="{BE729BEB-F659-4917-A9BA-B1B5F6FFEFFA}">
                <a16:creationId xmlns:a16="http://schemas.microsoft.com/office/drawing/2010/main" id="{15410868-27F2-4069-AB1F-D6868AA99686}"/>
              </a:ext>
            </a:extLst>
          </p:cNvPr>
          <p:cNvSpPr/>
          <p:nvPr/>
        </p:nvSpPr>
        <p:spPr>
          <a:xfrm rot="5400000">
            <a:off x="1050616" y="1808979"/>
            <a:ext cx="7042765" cy="1525541"/>
          </a:xfrm>
          <a:prstGeom prst="mathMinus">
            <a:avLst/>
          </a:prstGeom>
          <a:blipFill dpi="0" rotWithShape="1">
            <a:blip r:embed="rId4"/>
            <a:tile algn="tl" sx="75000" sy="75000" tx="0" ty="0"/>
          </a:blipFill>
          <a:ln cap="flat" w="9525">
            <a:noFill/>
            <a:prstDash val="solid"/>
            <a:miter lim="800000"/>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
        <p:nvSpPr>
          <p:cNvPr id="5" name="">
            <a:extLst>
              <a:ext uri="{FFEA1B4B-1D97-403D-A3B4-383355CE4010}">
                <a16:creationId xmlns:a16="http://schemas.microsoft.com/office/drawing/2010/main" id="{52B08BFC-BA6D-4EC7-8B80-61CB7679C736}"/>
              </a:ext>
            </a:extLst>
          </p:cNvPr>
          <p:cNvSpPr/>
          <p:nvPr/>
        </p:nvSpPr>
        <p:spPr>
          <a:xfrm>
            <a:off x="0" y="0"/>
            <a:ext cx="4433885" cy="5143499"/>
          </a:xfrm>
          <a:prstGeom prst="rect">
            <a:avLst/>
          </a:prstGeom>
          <a:blipFill dpi="0" rotWithShape="1">
            <a:blip r:embed="rId5"/>
            <a:tile algn="tl" sx="75000" sy="75000" tx="0" ty="0"/>
          </a:blipFill>
          <a:ln cap="flat" w="9525">
            <a:noFill/>
            <a:prstDash val="soli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defPPr>
              <a:defRPr>
                <a:solidFill>
                  <a:schemeClr val="bg1"/>
                </a:solidFill>
                <a:effectLst/>
              </a:defRPr>
            </a:defPPr>
          </a:lstStyle>
          <a:p>
            <a:pPr algn="ctr"/>
            <a:r>
              <a:rPr b="0" dirty="0" lang="en-US" sz="2100">
                <a:solidFill>
                  <a:schemeClr val="bg1"/>
                </a:solidFill>
                <a:effectLst>
                  <a:outerShdw blurRad="50800" dir="18900000" dist="28575">
                    <a:srgbClr val="3f3f3f">
                      <a:alpha val="100000"/>
                    </a:srgbClr>
                  </a:outerShdw>
                </a:effectLst>
                <a:latin typeface="Old Standard TT"/>
              </a:rPr>
              <a:t>Republic of Biak-na-Bato</a:t>
            </a:r>
          </a:p>
          <a:p>
            <a:pPr algn="ctr"/>
            <a:r>
              <a:rPr b="0" dirty="0" lang="en-US" sz="2000">
                <a:solidFill>
                  <a:schemeClr val="bg1"/>
                </a:solidFill>
                <a:effectLst>
                  <a:outerShdw blurRad="50800" dir="18900000" dist="28575">
                    <a:srgbClr val="3f3f3f">
                      <a:alpha val="100000"/>
                    </a:srgbClr>
                  </a:outerShdw>
                </a:effectLst>
                <a:latin typeface="Old Standard TT"/>
              </a:rPr>
              <a:t>(also known as De facto Constitutional Republic)</a:t>
            </a:r>
          </a:p>
          <a:p>
            <a:pPr algn="ctr"/>
            <a:r>
              <a:rPr b="0" dirty="0" lang="en-US" sz="2000">
                <a:solidFill>
                  <a:schemeClr val="bg1"/>
                </a:solidFill>
                <a:effectLst>
                  <a:outerShdw blurRad="50800" dir="18900000" dist="28575">
                    <a:srgbClr val="3f3f3f">
                      <a:alpha val="100000"/>
                    </a:srgbClr>
                  </a:outerShdw>
                </a:effectLst>
                <a:latin typeface="Old Standard TT"/>
              </a:rPr>
              <a:t/>
            </a:r>
          </a:p>
          <a:p>
            <a:pPr algn="ctr"/>
            <a:r>
              <a:rPr b="0" dirty="0" lang="en-US" sz="2000">
                <a:solidFill>
                  <a:schemeClr val="bg1"/>
                </a:solidFill>
                <a:effectLst>
                  <a:outerShdw blurRad="50800" dir="18900000" dist="28575">
                    <a:srgbClr val="3f3f3f">
                      <a:alpha val="100000"/>
                    </a:srgbClr>
                  </a:outerShdw>
                </a:effectLst>
                <a:latin typeface="Old Standard TT"/>
              </a:rPr>
              <a:t>The Katipunan's revolution led to the Tejeros Convention where, at San Francisco de Malabón, Cavite, on March 22, 1897, the first presidential and vice presidential elections in Philippine history were held—although only Katipuneros (viz. members of the Katipunan) were able to take part, and not the general populace. The "Constitución Provisional de la República de Filipinas", and was originally written in and promulgated in the Spanish and Tagalog lang</a:t>
            </a:r>
            <a:r>
              <a:rPr b="0" dirty="0" lang="en-US" sz="2100">
                <a:solidFill>
                  <a:schemeClr val="bg1"/>
                </a:solidFill>
                <a:effectLst>
                  <a:outerShdw blurRad="50800" dir="18900000" dist="28575">
                    <a:srgbClr val="3f3f3f">
                      <a:alpha val="100000"/>
                    </a:srgbClr>
                  </a:outerShdw>
                </a:effectLst>
                <a:latin typeface="Old Standard TT"/>
              </a:rPr>
              <a:t>uages.</a:t>
            </a:r>
            <a:endParaRPr b="0" dirty="0" lang="en-US" sz="2100">
              <a:solidFill>
                <a:schemeClr val="bg1"/>
              </a:solidFill>
              <a:effectLst>
                <a:outerShdw blurRad="50800" dir="18900000" dist="28575">
                  <a:srgbClr val="3f3f3f">
                    <a:alpha val="100000"/>
                  </a:srgbClr>
                </a:outerShdw>
              </a:effectLst>
              <a:latin typeface="Old Standard TT"/>
            </a:endParaRPr>
          </a:p>
        </p:txBody>
      </p:sp>
    </p:spTree>
    <p:extLst>
      <p:ext uri="{7D218B85-6A95-4911-9830-590D9D6DA927}">
        <p14:creationId xmlns:p14="http://schemas.microsoft.com/office/powerpoint/2010/main" val="1732852587581"/>
      </p:ext>
    </p:extLst>
    <p:custDataLst>
      <p:tags r:id="rId6"/>
    </p:custData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AEBF8EAD-6E6E-4ABF-B49A-05E9C0312EBA}">
                <a16:creationId xmlns:a16="http://schemas.microsoft.com/office/drawing/2010/main" id="{2BBB82C4-F9DB-4D54-BCF3-899DD187E26A}"/>
              </a:ext>
            </a:extLst>
          </p:cNvPr>
          <p:cNvSpPr/>
          <p:nvPr/>
        </p:nvSpPr>
        <p:spPr>
          <a:xfrm>
            <a:off x="2595565" y="0"/>
            <a:ext cx="6548434" cy="5143500"/>
          </a:xfrm>
          <a:prstGeom prst="rect">
            <a:avLst/>
          </a:prstGeom>
          <a:blipFill dpi="0" rotWithShape="1">
            <a:blip r:embed="rId2"/>
            <a:tile algn="tl" sx="75000" sy="75000" tx="0" ty="0"/>
          </a:blipFill>
          <a:ln cap="flat" w="9525">
            <a:noFill/>
            <a:prstDash val="soli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latin typeface="Old Standard TT"/>
              </a:rPr>
              <a:t>First Philippine Republic </a:t>
            </a:r>
          </a:p>
          <a:p>
            <a:pPr algn="ctr"/>
            <a:r>
              <a:rPr b="0" dirty="0" lang="en-US" sz="2000">
                <a:latin typeface="Old Standard TT"/>
              </a:rPr>
              <a:t>(also known as Malolos Constitution)</a:t>
            </a:r>
          </a:p>
          <a:p>
            <a:pPr algn="ctr"/>
            <a:r>
              <a:rPr b="0" dirty="0" lang="en-US" sz="2000">
                <a:latin typeface="Old Standard TT"/>
              </a:rPr>
              <a:t/>
            </a:r>
          </a:p>
          <a:p>
            <a:pPr algn="ctr"/>
            <a:r>
              <a:rPr b="0" dirty="0" lang="en-US" sz="2000">
                <a:latin typeface="Old Standard TT"/>
              </a:rPr>
              <a:t>The Filipino revolutionary leaders accepted a payment from Spain and went to exile in Hong Kong. The Americans defeated the Spanish in the Battle of Manila Bay. The newly reformed Philippine revolutionary forces returned to the control of Aguinaldo and the Philippine Declaration of Independence was issued on June 12, 1898. On September 17, 1898, the Malolos Congress was elected, which was composed of wealthy and educated men.</a:t>
            </a:r>
            <a:endParaRPr b="0" dirty="0" lang="en-US" sz="2000">
              <a:latin typeface="Old Standard TT"/>
            </a:endParaRPr>
          </a:p>
        </p:txBody>
      </p:sp>
      <p:pic>
        <p:nvPicPr>
          <p:cNvPr id="3" name="">
            <a:extLst>
              <a:ext uri="{CD83CDD6-E275-4473-B4E9-C3B1923F402B}">
                <a16:creationId xmlns:a16="http://schemas.microsoft.com/office/drawing/2010/main" id="{C2409EF9-DCAE-468E-AE07-EB6F37C6FB34}"/>
              </a:ext>
            </a:extLst>
          </p:cNvPr>
          <p:cNvPicPr/>
          <p:nvPr/>
        </p:nvPicPr>
        <p:blipFill>
          <a:blip r:link="rId3">
            <a:duotone>
              <a:srgbClr val="000000"/>
              <a:srgbClr val="d9c3a5">
                <a:tint val="50000"/>
                <a:satMod val="180000"/>
              </a:srgbClr>
            </a:duotone>
            <a:lum bright="0" contrast="0"/>
            <a:extLst>
              <a:ext uri="{C4AE662F-C570-437C-BAAC-E3994823531E}">
                <a14:imgProps xmlns:a14="http://schemas.microsoft.com/office/drawing/2010/main">
                  <a14:imgLayer>
                    <a14:imgEffect>
                      <a14:brightnessContrast bright="0" contrast="0"/>
                    </a14:imgEffect>
                  </a14:imgLayer>
                </a14:imgProps>
              </a:ext>
              <a:ext uri="{29EBB74D-FABA-4055-A98D-490F862B5252}">
                <a14:useLocalDpi xmlns:a14="http://schemas.microsoft.com/office/drawing/2010/main" val="0"/>
              </a:ext>
            </a:extLst>
          </a:blip>
          <a:srcRect b="16489" l="20266" r="12099" t="17640"/>
          <a:stretch>
            <a:fillRect/>
          </a:stretch>
        </p:blipFill>
        <p:spPr>
          <a:xfrm flipH="false" flipV="false">
            <a:off x="0" y="0"/>
            <a:ext cx="2361796" cy="2579336"/>
          </a:xfrm>
          <a:prstGeom prst="rect">
            <a:avLst/>
          </a:prstGeom>
          <a:noFill/>
          <a:ln cap="flat" w="11430">
            <a:noFill/>
            <a:prstDash val="solid"/>
            <a:round/>
          </a:ln>
          <a:effectLst>
            <a:outerShdw blurRad="50800" dir="2700000" dist="19050">
              <a:srgbClr val="5b5b5b">
                <a:alpha val="100000"/>
              </a:srgbClr>
            </a:outerShdw>
          </a:effectLst>
        </p:spPr>
      </p:pic>
      <p:pic>
        <p:nvPicPr>
          <p:cNvPr id="4" name="">
            <a:extLst>
              <a:ext uri="{0C956A69-C00E-4606-9C7E-39920118B4D3}">
                <a16:creationId xmlns:a16="http://schemas.microsoft.com/office/drawing/2010/main" id="{CD453200-260A-450C-9738-6F112CCAA21B}"/>
              </a:ext>
            </a:extLst>
          </p:cNvPr>
          <p:cNvPicPr/>
          <p:nvPr/>
        </p:nvPicPr>
        <p:blipFill>
          <a:blip r:link="rId4">
            <a:duotone>
              <a:srgbClr val="000000"/>
              <a:srgbClr val="d9c3a5">
                <a:tint val="50000"/>
                <a:satMod val="180000"/>
              </a:srgbClr>
            </a:duotone>
            <a:lum bright="0" contrast="0"/>
            <a:extLst>
              <a:ext uri="{769795D7-DC46-477D-9B5F-17A36604A405}">
                <a14:imgProps xmlns:a14="http://schemas.microsoft.com/office/drawing/2010/main">
                  <a14:imgLayer>
                    <a14:imgEffect>
                      <a14:brightnessContrast bright="0" contrast="0"/>
                    </a14:imgEffect>
                  </a14:imgLayer>
                </a14:imgProps>
              </a:ext>
              <a:ext uri="{BF9FE28A-19A3-452F-8439-DB3155DB8728}">
                <a14:useLocalDpi xmlns:a14="http://schemas.microsoft.com/office/drawing/2010/main" val="0"/>
              </a:ext>
            </a:extLst>
          </a:blip>
          <a:stretch>
            <a:fillRect/>
          </a:stretch>
        </p:blipFill>
        <p:spPr>
          <a:xfrm flipH="false" flipV="false">
            <a:off x="0" y="2579337"/>
            <a:ext cx="2361796" cy="2564165"/>
          </a:xfrm>
          <a:prstGeom prst="rect">
            <a:avLst/>
          </a:prstGeom>
          <a:noFill/>
          <a:ln cap="flat" w="11430">
            <a:noFill/>
            <a:prstDash val="solid"/>
            <a:round/>
          </a:ln>
          <a:effectLst>
            <a:outerShdw blurRad="50800" dir="2700000" dist="19050">
              <a:srgbClr val="5b5b5b">
                <a:alpha val="100000"/>
              </a:srgbClr>
            </a:outerShdw>
          </a:effectLst>
        </p:spPr>
      </p:pic>
      <p:sp>
        <p:nvSpPr>
          <p:cNvPr id="5" name="">
            <a:extLst>
              <a:ext uri="{569E9F3A-2128-4017-BDF5-9209962E35FE}">
                <a16:creationId xmlns:a16="http://schemas.microsoft.com/office/drawing/2010/main" id="{45A9752D-55DB-41A5-83AB-0F4492A79206}"/>
              </a:ext>
            </a:extLst>
          </p:cNvPr>
          <p:cNvSpPr/>
          <p:nvPr/>
        </p:nvSpPr>
        <p:spPr>
          <a:xfrm rot="5400000">
            <a:off x="-1054778" y="1916135"/>
            <a:ext cx="7042765" cy="1311229"/>
          </a:xfrm>
          <a:prstGeom prst="mathMinus">
            <a:avLst/>
          </a:prstGeom>
          <a:gradFill rotWithShape="1">
            <a:gsLst>
              <a:gs pos="0">
                <a:schemeClr val="accent2">
                  <a:tint val="100000"/>
                  <a:shade val="50000"/>
                  <a:satMod val="120000"/>
                </a:schemeClr>
              </a:gs>
              <a:gs pos="50000">
                <a:schemeClr val="accent2">
                  <a:tint val="75000"/>
                  <a:shade val="75000"/>
                  <a:satMod val="115000"/>
                </a:schemeClr>
              </a:gs>
              <a:gs pos="100000">
                <a:schemeClr val="accent2">
                  <a:tint val="50000"/>
                  <a:shade val="100000"/>
                  <a:satMod val="115000"/>
                </a:schemeClr>
              </a:gs>
            </a:gsLst>
            <a:lin ang="5400000" scaled="0"/>
          </a:gradFill>
          <a:ln cap="flat" w="9525">
            <a:noFill/>
            <a:prstDash val="soli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spTree>
    <p:extLst>
      <p:ext uri="{4781B132-FFD1-4EDB-ACB4-D687C5A0D8D0}">
        <p14:creationId xmlns:p14="http://schemas.microsoft.com/office/powerpoint/2010/main" val="1732852587587"/>
      </p:ext>
    </p:extLst>
    <p:custDataLst>
      <p:tags r:id="rId5"/>
    </p:custData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BAD93305-682F-45E1-921D-96B669863F5E}">
                <a16:creationId xmlns:a16="http://schemas.microsoft.com/office/drawing/2010/main" id="{1F8DB3AE-BA77-428A-B46C-2695325AD9C6}"/>
              </a:ext>
            </a:extLst>
          </p:cNvPr>
          <p:cNvSpPr/>
          <p:nvPr>
            <p:custDataLst>
              <p:tags r:id="rId2"/>
            </p:custDataLst>
          </p:nvPr>
        </p:nvSpPr>
        <p:spPr>
          <a:xfrm rot="5400000">
            <a:off x="-3825155" y="1567646"/>
            <a:ext cx="7042765" cy="2008206"/>
          </a:xfrm>
          <a:prstGeom prst="mathMinus">
            <a:avLst/>
          </a:prstGeom>
          <a:pattFill prst="dashDnDiag">
            <a:fgClr>
              <a:schemeClr val="tx1"/>
            </a:fgClr>
            <a:bgClr>
              <a:schemeClr val="accent2"/>
            </a:bgClr>
          </a:pattFill>
          <a:ln cap="flat" w="9525">
            <a:noFill/>
            <a:prstDash val="solid"/>
          </a:ln>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pic>
        <p:nvPicPr>
          <p:cNvPr id="3" name="">
            <a:extLst>
              <a:ext uri="{FCDC4FB6-9FF8-4AFF-A749-7F0BF40D0A24}">
                <a16:creationId xmlns:a16="http://schemas.microsoft.com/office/drawing/2010/main" id="{F5C357ED-C1BD-49B6-A37A-8612FE011022}"/>
              </a:ext>
            </a:extLst>
          </p:cNvPr>
          <p:cNvPicPr/>
          <p:nvPr/>
        </p:nvPicPr>
        <p:blipFill>
          <a:blip r:link="rId3">
            <a:duotone>
              <a:srgbClr val="000000"/>
              <a:srgbClr val="d9c3a5">
                <a:tint val="50000"/>
                <a:satMod val="180000"/>
              </a:srgbClr>
            </a:duotone>
            <a:lum bright="0" contrast="0"/>
            <a:extLst>
              <a:ext uri="{522A3FA1-DF93-4612-BBEA-285D599761E4}">
                <a14:imgProps xmlns:a14="http://schemas.microsoft.com/office/drawing/2010/main">
                  <a14:imgLayer>
                    <a14:imgEffect>
                      <a14:brightnessContrast bright="0" contrast="0"/>
                    </a14:imgEffect>
                  </a14:imgLayer>
                </a14:imgProps>
              </a:ext>
              <a:ext uri="{02ED9EF4-8F73-4D3B-AEFF-650E2247FEED}">
                <a14:useLocalDpi xmlns:a14="http://schemas.microsoft.com/office/drawing/2010/main" val="0"/>
              </a:ext>
            </a:extLst>
          </a:blip>
          <a:srcRect b="4964" l="2080" r="11559" t="1990"/>
          <a:stretch>
            <a:fillRect/>
          </a:stretch>
        </p:blipFill>
        <p:spPr>
          <a:xfrm flipH="false" flipV="false">
            <a:off x="1" y="0"/>
            <a:ext cx="4050503" cy="5143500"/>
          </a:xfrm>
          <a:prstGeom prst="rect">
            <a:avLst/>
          </a:prstGeom>
          <a:noFill/>
          <a:ln cap="flat" w="11430">
            <a:noFill/>
            <a:prstDash val="solid"/>
            <a:round/>
          </a:ln>
          <a:effectLst>
            <a:outerShdw blurRad="50800" dir="2700000" dist="19050">
              <a:srgbClr val="5b5b5b">
                <a:alpha val="100000"/>
              </a:srgbClr>
            </a:outerShdw>
          </a:effectLst>
        </p:spPr>
      </p:pic>
      <p:sp>
        <p:nvSpPr>
          <p:cNvPr id="4" name="">
            <a:extLst>
              <a:ext uri="{745E7ED4-91C3-4EAD-81BC-CA842ABCC03D}">
                <a16:creationId xmlns:a16="http://schemas.microsoft.com/office/drawing/2010/main" id="{7A506C75-8877-4D2D-B823-50528A0B3D1D}"/>
              </a:ext>
            </a:extLst>
          </p:cNvPr>
          <p:cNvSpPr/>
          <p:nvPr/>
        </p:nvSpPr>
        <p:spPr>
          <a:xfrm>
            <a:off x="4050505" y="0"/>
            <a:ext cx="5093495" cy="5143500"/>
          </a:xfrm>
          <a:prstGeom prst="rect">
            <a:avLst/>
          </a:prstGeom>
          <a:blipFill dpi="0" rotWithShape="1">
            <a:blip r:embed="rId4"/>
            <a:tile algn="tl" sx="75000" sy="75000" tx="0" ty="0"/>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dirty="0" lang="en-US"/>
              <a:t/>
            </a:r>
            <a:endParaRPr dirty="0" lang="en-US"/>
          </a:p>
        </p:txBody>
      </p:sp>
      <p:pic>
        <p:nvPicPr>
          <p:cNvPr id="5" name="">
            <a:extLst>
              <a:ext uri="{8EF16778-3E72-43D6-A662-59D27C290850}">
                <a16:creationId xmlns:a16="http://schemas.microsoft.com/office/drawing/2010/main" id="{12C9D10F-DB7C-4D40-B180-55289957983E}"/>
              </a:ext>
            </a:extLst>
          </p:cNvPr>
          <p:cNvPicPr/>
          <p:nvPr/>
        </p:nvPicPr>
        <p:blipFill>
          <a:blip r:link="rId5">
            <a:lum bright="-20000" contrast="20000"/>
            <a:extLst>
              <a:ext uri="{AE031E4A-285E-4C03-A427-C3B16A9977A5}">
                <a14:imgProps xmlns:a14="http://schemas.microsoft.com/office/drawing/2010/main">
                  <a14:imgLayer>
                    <a14:imgEffect>
                      <a14:brightnessContrast bright="-20000" contrast="20000"/>
                    </a14:imgEffect>
                  </a14:imgLayer>
                </a14:imgProps>
              </a:ext>
              <a:ext uri="{0AA28767-3910-4FE5-9E31-09C5A10E3647}">
                <a14:useLocalDpi xmlns:a14="http://schemas.microsoft.com/office/drawing/2010/main" val="0"/>
              </a:ext>
            </a:extLst>
          </a:blip>
          <a:srcRect b="0" l="2080" r="1737" t="1990"/>
          <a:stretch>
            <a:fillRect/>
          </a:stretch>
        </p:blipFill>
        <p:spPr>
          <a:xfrm flipH="false" flipV="false">
            <a:off x="4050504" y="0"/>
            <a:ext cx="5093495" cy="5143500"/>
          </a:xfrm>
          <a:prstGeom prst="rect">
            <a:avLst/>
          </a:prstGeom>
          <a:noFill/>
          <a:ln cap="flat" w="11430">
            <a:solidFill>
              <a:srgbClr val="000000">
                <a:alpha val="100000"/>
              </a:srgbClr>
            </a:solidFill>
            <a:prstDash val="sysDot"/>
            <a:round/>
          </a:ln>
          <a:effectLst>
            <a:outerShdw blurRad="50800" dir="2700000" dist="0">
              <a:srgbClr val="5b5b5b">
                <a:alpha val="39999"/>
              </a:srgbClr>
            </a:outerShdw>
          </a:effectLst>
        </p:spPr>
      </p:pic>
      <p:sp>
        <p:nvSpPr>
          <p:cNvPr id="6" name="">
            <a:extLst>
              <a:ext uri="{A0B93B46-7461-4129-AB1B-76814A2AC6CD}">
                <a16:creationId xmlns:a16="http://schemas.microsoft.com/office/drawing/2010/main" id="{B76DE0DE-063C-4305-98BF-9539C585739E}"/>
              </a:ext>
            </a:extLst>
          </p:cNvPr>
          <p:cNvSpPr txBox="1"/>
          <p:nvPr/>
        </p:nvSpPr>
        <p:spPr>
          <a:xfrm flipH="false" flipV="false">
            <a:off x="4050505" y="-142875"/>
            <a:ext cx="5093494" cy="5429250"/>
          </a:xfrm>
          <a:prstGeom prst="rect">
            <a:avLst/>
          </a:prstGeom>
          <a:noFill/>
        </p:spPr>
        <p:txBody>
          <a:bodyPr anchor="ctr" bIns="47625" lIns="95250" rIns="95250" rtlCol="0" tIns="47625">
            <a:spAutoFit/>
          </a:bodyPr>
          <a:lstStyle>
            <a:lvl1pPr algn="l" lvl="0" marL="0" rtl="false">
              <a:defRPr dirty="0" lang="en-US" sz="1800">
                <a:solidFill>
                  <a:schemeClr val="tx1"/>
                </a:solidFill>
                <a:latin typeface="Open Sans"/>
              </a:defRPr>
            </a:lvl1pPr>
            <a:lvl2pPr algn="l" lvl="1" marL="457200" rtl="false">
              <a:defRPr dirty="0" lang="en-US" sz="1800">
                <a:solidFill>
                  <a:schemeClr val="tx1"/>
                </a:solidFill>
                <a:latin typeface="Open Sans"/>
              </a:defRPr>
            </a:lvl2pPr>
            <a:lvl3pPr algn="l" lvl="2" marL="914400" rtl="false">
              <a:defRPr dirty="0" lang="en-US" sz="1800">
                <a:solidFill>
                  <a:schemeClr val="tx1"/>
                </a:solidFill>
                <a:latin typeface="Open Sans"/>
              </a:defRPr>
            </a:lvl3pPr>
            <a:lvl4pPr algn="l" lvl="3" marL="1371600" rtl="false">
              <a:defRPr dirty="0" lang="en-US" sz="1800">
                <a:solidFill>
                  <a:schemeClr val="tx1"/>
                </a:solidFill>
                <a:latin typeface="Open Sans"/>
              </a:defRPr>
            </a:lvl4pPr>
            <a:lvl5pPr algn="l" lvl="4" marL="1828800" rtl="false">
              <a:defRPr dirty="0" lang="en-US" sz="1800">
                <a:solidFill>
                  <a:schemeClr val="tx1"/>
                </a:solidFill>
                <a:latin typeface="Open Sans"/>
              </a:defRPr>
            </a:lvl5pPr>
            <a:lvl6pPr algn="l" lvl="5" marL="2286000" rtl="false">
              <a:defRPr dirty="0" lang="en-US" sz="1800">
                <a:solidFill>
                  <a:schemeClr val="tx1"/>
                </a:solidFill>
                <a:latin typeface="Open Sans"/>
              </a:defRPr>
            </a:lvl6pPr>
            <a:lvl7pPr algn="l" lvl="6" marL="2743200" rtl="false">
              <a:defRPr dirty="0" lang="en-US" sz="1800">
                <a:solidFill>
                  <a:schemeClr val="tx1"/>
                </a:solidFill>
                <a:latin typeface="Open Sans"/>
              </a:defRPr>
            </a:lvl7pPr>
            <a:lvl8pPr algn="l" lvl="7" marL="3200400" rtl="false">
              <a:defRPr dirty="0" lang="en-US" sz="1800">
                <a:solidFill>
                  <a:schemeClr val="tx1"/>
                </a:solidFill>
                <a:latin typeface="Open Sans"/>
              </a:defRPr>
            </a:lvl8pPr>
            <a:lvl9pPr algn="l" lvl="8" marL="3657600" rtl="false">
              <a:defRPr dirty="0" lang="en-US" sz="1800">
                <a:solidFill>
                  <a:schemeClr val="tx1"/>
                </a:solidFill>
                <a:latin typeface="Open Sans"/>
              </a:defRPr>
            </a:lvl9pPr>
          </a:lstStyle>
          <a:p>
            <a:pPr algn="l" lvl="0" marL="0" rtl="false">
              <a:defRPr b="0" dirty="0" lang="en-US" sz="1600">
                <a:solidFill>
                  <a:schemeClr val="tx1"/>
                </a:solidFill>
                <a:latin typeface="Open Sans"/>
              </a:defRPr>
            </a:pPr>
            <a:r>
              <a:rPr b="0" dirty="0" lang="en-US" sz="2000">
                <a:solidFill>
                  <a:schemeClr val="bg2"/>
                </a:solidFill>
                <a:latin typeface="Old Standard TT"/>
              </a:rPr>
              <a:t> </a:t>
            </a:r>
            <a:r>
              <a:rPr b="0" dirty="0" lang="en-US" sz="1900">
                <a:solidFill>
                  <a:schemeClr val="bg2"/>
                </a:solidFill>
                <a:latin typeface="Old Standard TT"/>
              </a:rPr>
              <a:t>Acts of United States during </a:t>
            </a:r>
            <a:r>
              <a:rPr b="0" dirty="0" lang="en-US" sz="1900">
                <a:solidFill>
                  <a:schemeClr val="bg2"/>
                </a:solidFill>
                <a:latin typeface="Old Standard TT"/>
              </a:rPr>
              <a:t>American Colonial Period </a:t>
            </a:r>
            <a:r>
              <a:rPr b="0" dirty="0" lang="en-US" sz="1900">
                <a:solidFill>
                  <a:schemeClr val="bg2"/>
                </a:solidFill>
                <a:latin typeface="Old Standard TT"/>
              </a:rPr>
              <a:t>(also known as Commonwealth Republic)</a:t>
            </a:r>
          </a:p>
          <a:p>
            <a:pPr algn="l" lvl="0" marL="0" rtl="false">
              <a:defRPr b="0" dirty="0" lang="en-US" sz="1600">
                <a:solidFill>
                  <a:schemeClr val="tx1"/>
                </a:solidFill>
                <a:latin typeface="Open Sans"/>
              </a:defRPr>
            </a:pPr>
            <a:r>
              <a:rPr b="0" dirty="0" lang="en-US" sz="1900">
                <a:solidFill>
                  <a:schemeClr val="bg2"/>
                </a:solidFill>
                <a:latin typeface="Old Standard TT"/>
              </a:rPr>
              <a:t/>
            </a:r>
          </a:p>
          <a:p>
            <a:pPr algn="l" lvl="0" marL="0" rtl="false">
              <a:defRPr b="0" dirty="0" lang="en-US" sz="1600">
                <a:solidFill>
                  <a:schemeClr val="tx1"/>
                </a:solidFill>
                <a:latin typeface="Open Sans"/>
              </a:defRPr>
            </a:pPr>
            <a:r>
              <a:rPr b="0" dirty="0" lang="en-US" sz="1900">
                <a:solidFill>
                  <a:schemeClr val="bg2"/>
                </a:solidFill>
                <a:latin typeface="Old Standard TT"/>
              </a:rPr>
              <a:t>It originally provided for a unicameral legislature composed of a president and vice president elected for a six-year term without re-election. It was amended in 1940 to provide for a bicameral legislature composed of a Senate and a House of Representatives. The President is to be elected to a four-year term, together with the vice-president, with one re-election; the right of suffrage for male citizens of the Philippines who are twenty-one years of age or over and are able to read and write were protected; this protection, later on, extended to the right of suffrage for women two years after the adoption of the constitution.</a:t>
            </a:r>
            <a:endParaRPr b="0" dirty="0" lang="en-US" sz="1900">
              <a:solidFill>
                <a:schemeClr val="bg2"/>
              </a:solidFill>
              <a:latin typeface="Old Standard TT"/>
            </a:endParaRPr>
          </a:p>
        </p:txBody>
      </p:sp>
    </p:spTree>
    <p:extLst>
      <p:ext uri="{900DC268-C410-4F66-9F5A-E2D5E8F85E3D}">
        <p14:creationId xmlns:p14="http://schemas.microsoft.com/office/powerpoint/2010/main" val="1732852587591"/>
      </p:ext>
    </p:extLst>
    <p:custDataLst>
      <p:tags r:id="rId6"/>
    </p:custDataLst>
  </p:cSld>
  <p:clrMapOvr>
    <a:masterClrMapping/>
  </p:clrMapOvr>
  <p:transition spd="slow">
    <p:push dir="l"/>
  </p:transition>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1FE5FAEB-65DC-462C-8844-86935FCDE85C}">
                <a16:creationId xmlns:a16="http://schemas.microsoft.com/office/drawing/2010/main" id="{7751A913-E208-4562-B8E0-0348D8B312B9}"/>
              </a:ext>
            </a:extLst>
          </p:cNvPr>
          <p:cNvPicPr>
            <a:picLocks noChangeAspect="true"/>
          </p:cNvPicPr>
          <p:nvPr/>
        </p:nvPicPr>
        <p:blipFill>
          <a:blip r:link="rId2">
            <a:duotone>
              <a:srgbClr val="000000"/>
              <a:srgbClr val="d9c3a5">
                <a:tint val="50000"/>
                <a:satMod val="180000"/>
              </a:srgbClr>
            </a:duotone>
            <a:lum bright="0" contrast="0"/>
            <a:extLst>
              <a:ext uri="{85C62722-6586-45F8-8120-9B3C40ACD5FA}">
                <a14:imgProps xmlns:a14="http://schemas.microsoft.com/office/drawing/2010/main">
                  <a14:imgLayer>
                    <a14:imgEffect>
                      <a14:brightnessContrast bright="0" contrast="0"/>
                    </a14:imgEffect>
                  </a14:imgLayer>
                </a14:imgProps>
              </a:ext>
              <a:ext uri="{4E40B67E-EB9A-4541-8D4A-DE70894373A2}">
                <a14:useLocalDpi xmlns:a14="http://schemas.microsoft.com/office/drawing/2010/main" val="0"/>
              </a:ext>
            </a:extLst>
          </a:blip>
          <a:stretch>
            <a:fillRect/>
          </a:stretch>
        </p:blipFill>
        <p:spPr>
          <a:xfrm flipH="false" flipV="false">
            <a:off x="4000499" y="0"/>
            <a:ext cx="5143500" cy="5143500"/>
          </a:xfrm>
          <a:prstGeom prst="rect">
            <a:avLst/>
          </a:prstGeom>
          <a:noFill/>
          <a:ln cap="flat" w="11430">
            <a:noFill/>
            <a:prstDash val="solid"/>
            <a:round/>
          </a:ln>
          <a:effectLst>
            <a:outerShdw blurRad="50800" dir="2700000" dist="19050">
              <a:srgbClr val="5b5b5b">
                <a:alpha val="100000"/>
              </a:srgbClr>
            </a:outerShdw>
          </a:effectLst>
        </p:spPr>
      </p:pic>
      <p:sp>
        <p:nvSpPr>
          <p:cNvPr id="3" name="">
            <a:extLst>
              <a:ext uri="{98BA8250-8B73-4235-8635-B1E4526F533B}">
                <a16:creationId xmlns:a16="http://schemas.microsoft.com/office/drawing/2010/main" id="{FB7F99E6-4C8E-4796-BC62-6A3427FF0E82}"/>
              </a:ext>
            </a:extLst>
          </p:cNvPr>
          <p:cNvSpPr/>
          <p:nvPr/>
        </p:nvSpPr>
        <p:spPr>
          <a:xfrm>
            <a:off x="0" y="1"/>
            <a:ext cx="4000500" cy="5143500"/>
          </a:xfrm>
          <a:prstGeom prst="rect">
            <a:avLst/>
          </a:prstGeom>
          <a:solidFill>
            <a:schemeClr val="tx1"/>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solidFill>
                  <a:schemeClr val="bg2">
                    <a:lumMod val="80000"/>
                    <a:lumOff val="20000"/>
                  </a:schemeClr>
                </a:solidFill>
                <a:latin typeface="Old Standard TT"/>
              </a:rPr>
              <a:t>Second Philippine Republic </a:t>
            </a:r>
          </a:p>
          <a:p>
            <a:pPr algn="ctr"/>
            <a:r>
              <a:rPr b="0" dirty="0" lang="en-US" sz="1800">
                <a:solidFill>
                  <a:schemeClr val="bg2">
                    <a:lumMod val="80000"/>
                    <a:lumOff val="20000"/>
                  </a:schemeClr>
                </a:solidFill>
                <a:latin typeface="Old Standard TT"/>
              </a:rPr>
              <a:t>(also known as the Puppet Constitution)</a:t>
            </a:r>
          </a:p>
          <a:p>
            <a:pPr algn="ctr"/>
            <a:r>
              <a:rPr b="0" dirty="0" lang="en-US" sz="1800">
                <a:solidFill>
                  <a:schemeClr val="bg2">
                    <a:lumMod val="80000"/>
                    <a:lumOff val="20000"/>
                  </a:schemeClr>
                </a:solidFill>
                <a:latin typeface="Old Standard TT"/>
              </a:rPr>
              <a:t/>
            </a:r>
          </a:p>
          <a:p>
            <a:pPr algn="ctr"/>
            <a:r>
              <a:rPr b="0" dirty="0" lang="en-US" sz="1800">
                <a:solidFill>
                  <a:schemeClr val="bg2">
                    <a:lumMod val="80000"/>
                    <a:lumOff val="20000"/>
                  </a:schemeClr>
                </a:solidFill>
                <a:latin typeface="Old Standard TT"/>
              </a:rPr>
              <a:t>The 1943 Constitution remained in force in Japanese-controlled areas of the Philippines, but was never recognized as legitimate or binding by the governments of the United States, the Commonwealth of the Philippines, or the guerrilla organizations loyal to them. In late 1944, President Laurel declared war on the United States and the British Empire and proclaimed martial law, essentially ruling by decree. His government, in turn, went into exile in December 1944, first to Taiwan and then Japan. After the announcement of Japan's surrender, Laurel formally dissolved the Second Republic.</a:t>
            </a:r>
            <a:endParaRPr b="0" dirty="0" lang="en-US" sz="1800">
              <a:solidFill>
                <a:schemeClr val="bg2">
                  <a:lumMod val="80000"/>
                  <a:lumOff val="20000"/>
                </a:schemeClr>
              </a:solidFill>
              <a:latin typeface="Old Standard TT"/>
            </a:endParaRPr>
          </a:p>
        </p:txBody>
      </p:sp>
    </p:spTree>
    <p:extLst>
      <p:ext uri="{806BA1F3-CD71-4B46-87BA-76855F3B69F7}">
        <p14:creationId xmlns:p14="http://schemas.microsoft.com/office/powerpoint/2010/main" val="1732852587596"/>
      </p:ext>
    </p:extLst>
    <p:custDataLst>
      <p:tags r:id="rId3"/>
    </p:custDataLst>
  </p:cSld>
  <p:clrMapOvr>
    <a:masterClrMapping/>
  </p:clrMapOvr>
  <p:transition spd="slow">
    <p:push dir="l"/>
  </p:transition>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913CD712-4EB0-44A2-BC58-4934A9B0A5F3}">
                <a16:creationId xmlns:a16="http://schemas.microsoft.com/office/drawing/2010/main" id="{52987FC6-FA40-452E-B074-E93DA432061A}"/>
              </a:ext>
            </a:extLst>
          </p:cNvPr>
          <p:cNvPicPr>
            <a:picLocks noChangeAspect="true"/>
          </p:cNvPicPr>
          <p:nvPr/>
        </p:nvPicPr>
        <p:blipFill>
          <a:blip r:link="rId2"/>
          <a:srcRect b="9520" l="2321" r="7236" t="0"/>
          <a:stretch>
            <a:fillRect/>
          </a:stretch>
        </p:blipFill>
        <p:spPr>
          <a:xfrm flipH="false" flipV="false">
            <a:off x="-170648" y="0"/>
            <a:ext cx="5093223" cy="5143500"/>
          </a:xfrm>
          <a:prstGeom prst="rect">
            <a:avLst/>
          </a:prstGeom>
          <a:noFill/>
        </p:spPr>
      </p:pic>
      <p:sp>
        <p:nvSpPr>
          <p:cNvPr id="3" name="">
            <a:extLst>
              <a:ext uri="{2ED3066A-2722-402A-9763-F50629FDE828}">
                <a16:creationId xmlns:a16="http://schemas.microsoft.com/office/drawing/2010/main" id="{11844B43-EE35-41F7-A99A-5730BFB35570}"/>
              </a:ext>
            </a:extLst>
          </p:cNvPr>
          <p:cNvSpPr/>
          <p:nvPr/>
        </p:nvSpPr>
        <p:spPr>
          <a:xfrm>
            <a:off x="4922575" y="0"/>
            <a:ext cx="4221425" cy="5143500"/>
          </a:xfrm>
          <a:prstGeom prst="rect">
            <a:avLst/>
          </a:prstGeom>
          <a:solidFill>
            <a:schemeClr val="accent1">
              <a:lumMod val="20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latin typeface="Old Standard TT"/>
              </a:rPr>
              <a:t>Third Philippine Republic</a:t>
            </a:r>
          </a:p>
          <a:p>
            <a:pPr algn="ctr"/>
            <a:r>
              <a:rPr b="0" dirty="0" lang="en-US" sz="2000">
                <a:latin typeface="Old Standard TT"/>
              </a:rPr>
              <a:t>(also known as Liberal Constitution)</a:t>
            </a:r>
          </a:p>
          <a:p>
            <a:pPr algn="ctr"/>
            <a:r>
              <a:rPr b="0" dirty="0" lang="en-US" sz="2000">
                <a:latin typeface="Old Standard TT"/>
              </a:rPr>
              <a:t/>
            </a:r>
          </a:p>
          <a:p>
            <a:pPr algn="ctr"/>
            <a:r>
              <a:rPr b="0" dirty="0" lang="en-US" sz="2000">
                <a:latin typeface="Old Standard TT"/>
              </a:rPr>
              <a:t>The Third Republic is the Liberal Republic (1870-1924) that is created by a constitutional mutation from the Second Republic.</a:t>
            </a:r>
            <a:endParaRPr b="0" dirty="0" lang="en-US" sz="2000">
              <a:latin typeface="Old Standard TT"/>
            </a:endParaRPr>
          </a:p>
        </p:txBody>
      </p:sp>
    </p:spTree>
    <p:extLst>
      <p:ext uri="{8624967F-EBEF-426E-A201-84F76ADB0E82}">
        <p14:creationId xmlns:p14="http://schemas.microsoft.com/office/powerpoint/2010/main" val="1732852587597"/>
      </p:ext>
    </p:extLst>
    <p:custDataLst>
      <p:tags r:id="rId3"/>
    </p:custDataLst>
  </p:cSld>
  <p:clrMapOvr>
    <a:masterClrMapping/>
  </p:clrMapOvr>
  <p:transition spd="slow">
    <p:push dir="l"/>
  </p:transition>
</p:sld>
</file>

<file path=ppt/slides/slide1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638CFCD3-7E1C-435A-B6BB-F341CEA616D3}">
                <a16:creationId xmlns:a16="http://schemas.microsoft.com/office/drawing/2010/main" id="{2D68F458-34C3-4F91-AEC3-32C97F1C0562}"/>
              </a:ext>
            </a:extLst>
          </p:cNvPr>
          <p:cNvSpPr/>
          <p:nvPr/>
        </p:nvSpPr>
        <p:spPr>
          <a:xfrm>
            <a:off x="0" y="0"/>
            <a:ext cx="5365092" cy="5143500"/>
          </a:xfrm>
          <a:prstGeom prst="rect">
            <a:avLst/>
          </a:prstGeom>
          <a:solidFill>
            <a:srgbClr val="580101"/>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latin typeface="Old Standard TT"/>
              </a:rPr>
              <a:t>Fourth Philippine Republic</a:t>
            </a:r>
          </a:p>
          <a:p>
            <a:pPr algn="ctr"/>
            <a:r>
              <a:rPr b="0" dirty="0" lang="en-US" sz="2000">
                <a:latin typeface="Old Standard TT"/>
              </a:rPr>
              <a:t/>
            </a:r>
          </a:p>
          <a:p>
            <a:pPr algn="ctr"/>
            <a:r>
              <a:rPr b="0" dirty="0" lang="en-US" sz="2000">
                <a:latin typeface="Old Standard TT"/>
              </a:rPr>
              <a:t>The 1973 Constitution was promulgated after Ferdinand Marcos' declaration of martial law and was supposed to introduce a parliamentary-style government. Legislative power was vested in a unicameral National Assembly whose members were elected for six-year terms. The President was ideally elected as the symbolic and purely ceremonial head of state chosen from amongst the Members of the National Assembly for a six-year term and could be re-elected to an unlimited number of terms.  </a:t>
            </a:r>
            <a:endParaRPr b="0" dirty="0" lang="en-US" sz="2000">
              <a:latin typeface="Old Standard TT"/>
            </a:endParaRPr>
          </a:p>
        </p:txBody>
      </p:sp>
      <p:pic>
        <p:nvPicPr>
          <p:cNvPr id="3" name="">
            <a:extLst>
              <a:ext uri="{A2873947-F23A-4A29-BE27-4DB81EAA2C5A}">
                <a16:creationId xmlns:a16="http://schemas.microsoft.com/office/drawing/2010/main" id="{7CDC2C72-C4A6-4DEC-AF72-6FF437723CEF}"/>
              </a:ext>
            </a:extLst>
          </p:cNvPr>
          <p:cNvPicPr>
            <a:picLocks noChangeAspect="true"/>
          </p:cNvPicPr>
          <p:nvPr/>
        </p:nvPicPr>
        <p:blipFill>
          <a:blip r:link="rId2"/>
          <a:stretch>
            <a:fillRect/>
          </a:stretch>
        </p:blipFill>
        <p:spPr>
          <a:xfrm flipH="false" flipV="false">
            <a:off x="5365092" y="2447879"/>
            <a:ext cx="3778907" cy="2695620"/>
          </a:xfrm>
          <a:prstGeom prst="rect">
            <a:avLst/>
          </a:prstGeom>
          <a:noFill/>
        </p:spPr>
      </p:pic>
      <p:pic>
        <p:nvPicPr>
          <p:cNvPr id="4" name="">
            <a:extLst>
              <a:ext uri="{5386F469-6904-4958-A03A-B5359ED512C5}">
                <a16:creationId xmlns:a16="http://schemas.microsoft.com/office/drawing/2010/main" id="{64286A13-3C22-48C9-9307-0D3F5106B679}"/>
              </a:ext>
            </a:extLst>
          </p:cNvPr>
          <p:cNvPicPr>
            <a:picLocks noChangeAspect="true"/>
          </p:cNvPicPr>
          <p:nvPr/>
        </p:nvPicPr>
        <p:blipFill>
          <a:blip r:link="rId3"/>
          <a:stretch>
            <a:fillRect/>
          </a:stretch>
        </p:blipFill>
        <p:spPr>
          <a:xfrm flipH="false" flipV="false">
            <a:off x="5365805" y="0"/>
            <a:ext cx="3778195" cy="2828925"/>
          </a:xfrm>
          <a:prstGeom prst="rect">
            <a:avLst/>
          </a:prstGeom>
          <a:noFill/>
        </p:spPr>
      </p:pic>
    </p:spTree>
    <p:extLst>
      <p:ext uri="{59AC63EC-BE22-45B0-ABA7-6F5425B0ADB9}">
        <p14:creationId xmlns:p14="http://schemas.microsoft.com/office/powerpoint/2010/main" val="1732852587598"/>
      </p:ext>
    </p:extLst>
    <p:custDataLst>
      <p:tags r:id="rId4"/>
    </p:custDataLst>
  </p:cSld>
  <p:clrMapOvr>
    <a:masterClrMapping/>
  </p:clrMapOvr>
  <p:transition spd="slow">
    <p:push dir="l"/>
  </p:transition>
</p:sld>
</file>

<file path=ppt/slides/slide1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82135447-9325-4D1C-A44A-24A6092538F8}">
                <a16:creationId xmlns:a16="http://schemas.microsoft.com/office/drawing/2010/main" id="{D42F938E-EB05-4D0C-974F-529CEE8F63D0}"/>
              </a:ext>
            </a:extLst>
          </p:cNvPr>
          <p:cNvSpPr/>
          <p:nvPr/>
        </p:nvSpPr>
        <p:spPr>
          <a:xfrm>
            <a:off x="0" y="0"/>
            <a:ext cx="5539617" cy="5143499"/>
          </a:xfrm>
          <a:prstGeom prst="rect">
            <a:avLst/>
          </a:prstGeom>
          <a:solidFill>
            <a:schemeClr val="accent4"/>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latin typeface="Old Standard TT"/>
              </a:rPr>
              <a:t>Provisional Constitution of the Philippines</a:t>
            </a:r>
          </a:p>
          <a:p>
            <a:pPr algn="ctr"/>
            <a:r>
              <a:rPr b="0" dirty="0" lang="en-US" sz="2000">
                <a:latin typeface="Old Standard TT"/>
              </a:rPr>
              <a:t/>
            </a:r>
          </a:p>
          <a:p>
            <a:pPr algn="ctr"/>
            <a:r>
              <a:rPr b="0" dirty="0" lang="en-US" sz="2000">
                <a:latin typeface="Old Standard TT"/>
              </a:rPr>
              <a:t>A provisional constitution, interim constitution or transitional constitution is a constitution intended to serve during a transitional period until a permanent constitution is adopted.</a:t>
            </a:r>
          </a:p>
          <a:p>
            <a:pPr algn="ctr"/>
            <a:r>
              <a:rPr b="0" dirty="0" lang="en-US" sz="2000">
                <a:latin typeface="Old Standard TT"/>
              </a:rPr>
              <a:t/>
            </a:r>
          </a:p>
          <a:p>
            <a:pPr algn="ctr"/>
            <a:r>
              <a:rPr b="0" dirty="0" lang="en-US" sz="2000">
                <a:latin typeface="Old Standard TT"/>
              </a:rPr>
              <a:t>The 1986 Freedom Constitution served as a crucial transitional document that laid the foundation for the subsequent drafting and adoption of the 1987 Constitution.</a:t>
            </a:r>
            <a:endParaRPr b="0" dirty="0" lang="en-US" sz="2000">
              <a:latin typeface="Old Standard TT"/>
            </a:endParaRPr>
          </a:p>
        </p:txBody>
      </p:sp>
      <p:pic>
        <p:nvPicPr>
          <p:cNvPr id="3" name="">
            <a:extLst>
              <a:ext uri="{E56A1F25-E1BD-4256-AD71-C6BF47A4B274}">
                <a16:creationId xmlns:a16="http://schemas.microsoft.com/office/drawing/2010/main" id="{4EEFC1FB-8C9B-4099-8396-4AC3C993672E}"/>
              </a:ext>
            </a:extLst>
          </p:cNvPr>
          <p:cNvPicPr>
            <a:picLocks noChangeAspect="true"/>
          </p:cNvPicPr>
          <p:nvPr/>
        </p:nvPicPr>
        <p:blipFill>
          <a:blip r:link="rId2"/>
          <a:stretch>
            <a:fillRect/>
          </a:stretch>
        </p:blipFill>
        <p:spPr>
          <a:xfrm flipH="false" flipV="false">
            <a:off x="5539616" y="0"/>
            <a:ext cx="3706936" cy="5143500"/>
          </a:xfrm>
          <a:prstGeom prst="rect">
            <a:avLst/>
          </a:prstGeom>
          <a:noFill/>
        </p:spPr>
      </p:pic>
    </p:spTree>
    <p:extLst>
      <p:ext uri="{3E81F5E9-624C-42A2-8927-667B71E536DA}">
        <p14:creationId xmlns:p14="http://schemas.microsoft.com/office/powerpoint/2010/main" val="1732852587600"/>
      </p:ext>
    </p:extLst>
    <p:custDataLst>
      <p:tags r:id="rId3"/>
    </p:custDataLst>
  </p:cSld>
  <p:clrMapOvr>
    <a:masterClrMapping/>
  </p:clrMapOvr>
  <p:transition spd="slow">
    <p:push dir="l"/>
  </p:transition>
</p:sld>
</file>

<file path=ppt/slides/slide1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E35C34CA-8D08-47B9-997B-128B3EB5BFC1}">
                <a16:creationId xmlns:a16="http://schemas.microsoft.com/office/drawing/2010/main" id="{F0ACF7E6-C33E-48DC-9AFB-ABFEB7989795}"/>
              </a:ext>
            </a:extLst>
          </p:cNvPr>
          <p:cNvPicPr>
            <a:picLocks noChangeAspect="true"/>
          </p:cNvPicPr>
          <p:nvPr/>
        </p:nvPicPr>
        <p:blipFill>
          <a:blip r:link="rId2"/>
          <a:stretch>
            <a:fillRect/>
          </a:stretch>
        </p:blipFill>
        <p:spPr>
          <a:xfrm flipH="false" flipV="false">
            <a:off x="216647" y="741546"/>
            <a:ext cx="3660406" cy="3660406"/>
          </a:xfrm>
          <a:prstGeom prst="rect">
            <a:avLst/>
          </a:prstGeom>
          <a:noFill/>
        </p:spPr>
      </p:pic>
      <p:sp>
        <p:nvSpPr>
          <p:cNvPr id="3" name="">
            <a:extLst>
              <a:ext uri="{B52128EA-A532-4E38-8F25-126100603E1A}">
                <a16:creationId xmlns:a16="http://schemas.microsoft.com/office/drawing/2010/main" id="{70FC4CA7-C0B0-4122-9BD9-9E45D706ECC9}"/>
              </a:ext>
            </a:extLst>
          </p:cNvPr>
          <p:cNvSpPr/>
          <p:nvPr/>
        </p:nvSpPr>
        <p:spPr>
          <a:xfrm>
            <a:off x="3947710" y="1"/>
            <a:ext cx="5196289" cy="5143499"/>
          </a:xfrm>
          <a:prstGeom prst="rect">
            <a:avLst/>
          </a:prstGeom>
          <a:solidFill>
            <a:schemeClr val="bg1"/>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000">
                <a:solidFill>
                  <a:schemeClr val="tx1"/>
                </a:solidFill>
                <a:latin typeface="Old Standard TT"/>
              </a:rPr>
              <a:t>Republic of the Philippines </a:t>
            </a:r>
          </a:p>
          <a:p>
            <a:pPr algn="ctr"/>
            <a:r>
              <a:rPr b="0" dirty="0" lang="en-US" sz="2000">
                <a:solidFill>
                  <a:schemeClr val="tx1"/>
                </a:solidFill>
                <a:latin typeface="Old Standard TT"/>
              </a:rPr>
              <a:t/>
            </a:r>
          </a:p>
          <a:p>
            <a:pPr algn="ctr"/>
            <a:r>
              <a:rPr b="0" dirty="0" lang="en-US" sz="1900">
                <a:solidFill>
                  <a:schemeClr val="tx1"/>
                </a:solidFill>
                <a:latin typeface="Old Standard TT"/>
              </a:rPr>
              <a:t>Immediately following the 1986 People Power Revolution that ousted Marcos, President Corazon C. Aquino issued Proclamation No. 3 as a provisional constitution. It adopted certain provisions from the 1973 Constitution while abolishing others. It granted the President broad powers to reorganize government and remove officials, as well as mandating the president to appoint a commission to draft a new Constitution. This document, described above, supplanted the "Freedom Constitution" upon its ratification in 1987. This is the transitional </a:t>
            </a:r>
            <a:r>
              <a:rPr b="0" dirty="0" lang="en-US" sz="1900">
                <a:solidFill>
                  <a:schemeClr val="tx1"/>
                </a:solidFill>
                <a:latin typeface="Old Standard TT"/>
              </a:rPr>
              <a:t>rule by decree. The commission is composed of 48 members appointed by Presiden</a:t>
            </a:r>
            <a:r>
              <a:rPr b="0" dirty="0" lang="en-US" sz="2000">
                <a:solidFill>
                  <a:schemeClr val="tx1"/>
                </a:solidFill>
                <a:latin typeface="Old Standard TT"/>
              </a:rPr>
              <a:t>t Aquino.</a:t>
            </a:r>
            <a:endParaRPr b="0" dirty="0" lang="en-US" sz="2000">
              <a:solidFill>
                <a:schemeClr val="tx1"/>
              </a:solidFill>
              <a:latin typeface="Old Standard TT"/>
            </a:endParaRPr>
          </a:p>
        </p:txBody>
      </p:sp>
    </p:spTree>
    <p:extLst>
      <p:ext uri="{E09FBEB5-8145-478D-A349-5CA9DC29F75E}">
        <p14:creationId xmlns:p14="http://schemas.microsoft.com/office/powerpoint/2010/main" val="1732852587602"/>
      </p:ext>
    </p:extLst>
    <p:custDataLst>
      <p:tags r:id="rId3"/>
    </p:custDataLst>
  </p:cSld>
  <p:clrMapOvr>
    <a:masterClrMapping/>
  </p:clrMapOvr>
  <p:transition spd="slow">
    <p:push dir="l"/>
  </p:transition>
</p:sld>
</file>

<file path=ppt/slides/slide1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
            <a:extLst>
              <a:ext uri="{131B5165-8BC4-494D-A33E-F66DC5848F83}">
                <a16:creationId xmlns:a16="http://schemas.microsoft.com/office/drawing/2010/main" id="{AD5E69E7-701F-4E15-81FF-92FA378D999E}"/>
              </a:ext>
            </a:extLst>
          </p:cNvPr>
          <p:cNvPicPr>
            <a:picLocks noChangeAspect="true"/>
          </p:cNvPicPr>
          <p:nvPr/>
        </p:nvPicPr>
        <p:blipFill>
          <a:blip r:link="rId2"/>
          <a:srcRect b="0" l="0" r="7178" t="0"/>
          <a:stretch>
            <a:fillRect/>
          </a:stretch>
        </p:blipFill>
        <p:spPr>
          <a:xfrm flipH="false" flipV="false">
            <a:off x="-515561" y="-214309"/>
            <a:ext cx="9946522" cy="5357809"/>
          </a:xfrm>
          <a:prstGeom prst="rect">
            <a:avLst/>
          </a:prstGeom>
          <a:noFill/>
        </p:spPr>
      </p:pic>
      <p:sp>
        <p:nvSpPr>
          <p:cNvPr id="3" name="">
            <a:extLst>
              <a:ext uri="{D8EE15A0-E61B-4181-BC0D-346BFED8A324}">
                <a16:creationId xmlns:a16="http://schemas.microsoft.com/office/drawing/2010/main" id="{4F0420EC-50A8-4F17-86D0-01D87DC24BD9}"/>
              </a:ext>
            </a:extLst>
          </p:cNvPr>
          <p:cNvSpPr/>
          <p:nvPr/>
        </p:nvSpPr>
        <p:spPr>
          <a:xfrm>
            <a:off x="4075536" y="-214309"/>
            <a:ext cx="5355425" cy="5357810"/>
          </a:xfrm>
          <a:prstGeom prst="rect">
            <a:avLst/>
          </a:prstGeom>
          <a:solidFill>
            <a:schemeClr val="bg1">
              <a:alpha val="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a:latin typeface="Oregano"/>
              </a:rPr>
              <a:t/>
            </a:r>
          </a:p>
          <a:p>
            <a:pPr algn="ctr"/>
            <a:r>
              <a:rPr b="0" dirty="0" lang="en-US" sz="2000">
                <a:latin typeface="Otama ep"/>
              </a:rPr>
              <a:t>Preamble</a:t>
            </a:r>
          </a:p>
          <a:p>
            <a:pPr algn="ctr"/>
            <a:r>
              <a:rPr b="0" dirty="0" lang="en-US" sz="2200">
                <a:latin typeface="Oregano"/>
              </a:rPr>
              <a:t/>
            </a:r>
          </a:p>
          <a:p>
            <a:pPr algn="ctr"/>
            <a:r>
              <a:rPr b="0" dirty="0" lang="en-US" sz="2200">
                <a:latin typeface="Oregano"/>
              </a:rPr>
              <a:t>We, the sovereign Filipino people, imploring the aid of Almighty God, in order to build a just and humane society and establish a Government that shall embody our ideals and aspirations, promote the common good, conserve and develop our patrimony, and secure to ourselves and our posterity the blessings of independence and democracy under the rule of law and a regime of truth, justice, freedom, love, equality, and peace, do ordain and promulgate this Constitution.</a:t>
            </a:r>
            <a:endParaRPr b="0" dirty="0" lang="en-US" sz="2200">
              <a:latin typeface="Oregano"/>
            </a:endParaRPr>
          </a:p>
        </p:txBody>
      </p:sp>
    </p:spTree>
    <p:extLst>
      <p:ext uri="{77F14B34-A00E-49E8-96DE-31D7AABCB6F0}">
        <p14:creationId xmlns:p14="http://schemas.microsoft.com/office/powerpoint/2010/main" val="1732852587603"/>
      </p:ext>
    </p:extLst>
    <p:custDataLst>
      <p:tags r:id="rId3"/>
    </p:custDataLst>
  </p:cSld>
  <p:clrMapOvr>
    <a:masterClrMapping/>
  </p:clrMapOvr>
  <p:transition spd="slow">
    <p:push dir="l"/>
  </p:transition>
</p:sld>
</file>

<file path=ppt/slides/slide1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5DE5EF6F-C44F-4DB7-9453-44F8C242579E}">
                <a16:creationId xmlns:a16="http://schemas.microsoft.com/office/drawing/2010/main" id="{7A16EE0C-3641-4022-BD6F-3D930B90CA55}"/>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I- National Territory </a:t>
            </a:r>
          </a:p>
          <a:p>
            <a:pPr algn="ctr"/>
            <a:r>
              <a:rPr b="0" dirty="0" lang="en-US" sz="2200">
                <a:latin typeface="Otama ep"/>
              </a:rPr>
              <a:t/>
            </a:r>
          </a:p>
          <a:p>
            <a:pPr algn="ctr"/>
            <a:r>
              <a:rPr b="0" dirty="0" lang="en-US" sz="2200">
                <a:latin typeface="Otama ep"/>
              </a:rPr>
              <a:t>The national territory comprises the Philippine archipelago, with all the islands and waters embraced therein, and all other territories over which the Philippines has sovereignty or jurisdiction, consisting of its terrestrial, fluvial, and aerial domains, including its territorial sea, the seabed, the subsoil, the insular shelves, and other submarine areas. The waters around, between, and connecting the islands of the archipelago, regardless of their breadth and dimensions, form part of the internal waters of the Philippines.</a:t>
            </a:r>
            <a:endParaRPr b="0" dirty="0" lang="en-US" sz="2200">
              <a:latin typeface="Otama ep"/>
            </a:endParaRPr>
          </a:p>
        </p:txBody>
      </p:sp>
    </p:spTree>
    <p:extLst>
      <p:ext uri="{5923A3CD-1AA2-4471-8C33-9588F698AB8D}">
        <p14:creationId xmlns:p14="http://schemas.microsoft.com/office/powerpoint/2010/main" val="1732852587604"/>
      </p:ext>
    </p:extLst>
    <p:custDataLst>
      <p:tags r:id="rId3"/>
    </p:custDataLst>
  </p:cSld>
  <p:clrMapOvr>
    <a:masterClrMapping/>
  </p:clrMapOvr>
</p:sld>
</file>

<file path=ppt/slides/slide1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19E1EAE2-3C36-4A27-93C4-14E67CCB3E01}">
                <a16:creationId xmlns:a16="http://schemas.microsoft.com/office/drawing/2010/main" id="{CD63C095-1BA9-4CB8-BBAF-729E5AD0C767}"/>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II – Declaration of Principles and State Policies</a:t>
            </a:r>
          </a:p>
          <a:p>
            <a:pPr algn="ctr"/>
            <a:r>
              <a:rPr b="0" dirty="0" lang="en-US" sz="2200">
                <a:latin typeface="Otama ep"/>
              </a:rPr>
              <a:t/>
            </a:r>
          </a:p>
          <a:p>
            <a:pPr algn="ctr"/>
            <a:r>
              <a:rPr b="0" dirty="0" lang="en-US" sz="2200">
                <a:latin typeface="Otama ep"/>
              </a:rPr>
              <a:t>Article II lays out the basic social and political creed of the Philippines, particularly the implementation of the constitution and sets forth the objectives of the government. Some essential provisions are:</a:t>
            </a:r>
          </a:p>
          <a:p>
            <a:pPr algn="l">
              <a:buFont typeface="Wingdings"/>
              <a:buChar char=""/>
            </a:pPr>
            <a:r>
              <a:rPr b="0" dirty="0" lang="en-US" sz="2200">
                <a:latin typeface="Otama ep"/>
              </a:rPr>
              <a:t>The Philippines is a democratic republic</a:t>
            </a:r>
          </a:p>
          <a:p>
            <a:pPr algn="l">
              <a:buFont typeface="Wingdings"/>
              <a:buChar char=""/>
            </a:pPr>
            <a:r>
              <a:rPr b="0" dirty="0" lang="en-US" sz="2200">
                <a:latin typeface="Otama ep"/>
              </a:rPr>
              <a:t>Renunciation of war as a form of national policy</a:t>
            </a:r>
          </a:p>
          <a:p>
            <a:pPr algn="l">
              <a:buFont typeface="Wingdings"/>
              <a:buChar char=""/>
            </a:pPr>
            <a:r>
              <a:rPr b="0" dirty="0" lang="en-US" sz="2200">
                <a:latin typeface="Otama ep"/>
              </a:rPr>
              <a:t>Supremacy of civilian over military authority</a:t>
            </a:r>
          </a:p>
          <a:p>
            <a:pPr algn="l">
              <a:buFont typeface="Wingdings"/>
              <a:buChar char=""/>
            </a:pPr>
            <a:r>
              <a:rPr b="0" dirty="0" lang="en-US" sz="2200">
                <a:latin typeface="Otama ep"/>
              </a:rPr>
              <a:t>Separation of church and state (inviolable)</a:t>
            </a:r>
          </a:p>
          <a:p>
            <a:pPr algn="l">
              <a:buFont typeface="Wingdings"/>
              <a:buChar char=""/>
            </a:pPr>
            <a:r>
              <a:rPr b="0" dirty="0" lang="en-US" sz="2200">
                <a:latin typeface="Otama ep"/>
              </a:rPr>
              <a:t>Pursuit of an independent foreign policy</a:t>
            </a:r>
          </a:p>
          <a:p>
            <a:pPr algn="l">
              <a:buFont typeface="Wingdings"/>
              <a:buChar char=""/>
            </a:pPr>
            <a:r>
              <a:rPr b="0" dirty="0" lang="en-US" sz="2200">
                <a:latin typeface="Otama ep"/>
              </a:rPr>
              <a:t>Abrogation of nuclear weaponry</a:t>
            </a:r>
          </a:p>
          <a:p>
            <a:pPr algn="l">
              <a:buFont typeface="Wingdings"/>
              <a:buChar char=""/>
            </a:pPr>
            <a:r>
              <a:rPr b="0" dirty="0" lang="en-US" sz="2200">
                <a:latin typeface="Otama ep"/>
              </a:rPr>
              <a:t>Family as the basic unit of the state</a:t>
            </a:r>
          </a:p>
          <a:p>
            <a:pPr algn="l">
              <a:buFont typeface="Wingdings"/>
              <a:buChar char=""/>
            </a:pPr>
            <a:r>
              <a:rPr b="0" dirty="0" lang="en-US" sz="2200">
                <a:latin typeface="Otama ep"/>
              </a:rPr>
              <a:t>Role of youth and women in nation-building</a:t>
            </a:r>
          </a:p>
          <a:p>
            <a:pPr algn="l">
              <a:buFont typeface="Wingdings"/>
              <a:buChar char=""/>
            </a:pPr>
            <a:r>
              <a:rPr b="0" dirty="0" lang="en-US" sz="2200">
                <a:latin typeface="Otama ep"/>
              </a:rPr>
              <a:t>Autonomy of local governments</a:t>
            </a:r>
          </a:p>
          <a:p>
            <a:pPr algn="l">
              <a:buFont typeface="Wingdings"/>
              <a:buChar char=""/>
            </a:pPr>
            <a:r>
              <a:rPr b="0" dirty="0" lang="en-US" sz="2200">
                <a:latin typeface="Otama ep"/>
              </a:rPr>
              <a:t>Equal opportunity for public services and the prohibition of political dynasties</a:t>
            </a:r>
          </a:p>
          <a:p>
            <a:pPr algn="l">
              <a:buFont typeface="Wingdings"/>
              <a:buChar char=""/>
            </a:pPr>
            <a:r>
              <a:rPr b="0" dirty="0" lang="en-US" sz="2200">
                <a:latin typeface="Otama ep"/>
              </a:rPr>
              <a:t>Protection and advancement of the right of the people to a balanced and healthful ecology</a:t>
            </a:r>
            <a:endParaRPr b="0" dirty="0" lang="en-US" sz="2200">
              <a:latin typeface="Otama ep"/>
            </a:endParaRPr>
          </a:p>
        </p:txBody>
      </p:sp>
    </p:spTree>
    <p:extLst>
      <p:ext uri="{57612DC4-F30E-4A64-B53B-D81F62C3D8BA}">
        <p14:creationId xmlns:p14="http://schemas.microsoft.com/office/powerpoint/2010/main" val="1732852587605"/>
      </p:ext>
    </p:extLst>
    <p:custDataLst>
      <p:tags r:id="rId3"/>
    </p:custDataLst>
  </p:cSld>
  <p:clrMapOvr>
    <a:masterClrMapping/>
  </p:clrMapOvr>
</p:sld>
</file>

<file path=ppt/slides/slide1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94A07281-C3E1-401F-9F36-553AB2955510}">
                <a16:creationId xmlns:a16="http://schemas.microsoft.com/office/drawing/2010/main" id="{97AA93A6-4F21-4640-9D3A-17B5C7E10ACE}"/>
              </a:ext>
            </a:extLst>
          </p:cNvPr>
          <p:cNvSpPr/>
          <p:nvPr/>
        </p:nvSpPr>
        <p:spPr>
          <a:xfrm rot="0">
            <a:off x="0" y="1"/>
            <a:ext cx="4729164"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III – Bill of Rights</a:t>
            </a:r>
          </a:p>
          <a:p>
            <a:pPr algn="ctr"/>
            <a:r>
              <a:rPr b="0" dirty="0" lang="en-US" sz="2200">
                <a:latin typeface="Otama ep"/>
              </a:rPr>
              <a:t/>
            </a:r>
          </a:p>
          <a:p>
            <a:pPr algn="l">
              <a:buFont typeface="Wingdings"/>
              <a:buChar char=""/>
            </a:pPr>
            <a:r>
              <a:rPr b="0" dirty="0" lang="en-US" sz="2200">
                <a:latin typeface="Otama ep"/>
              </a:rPr>
              <a:t> a right to due process and equal protection of law</a:t>
            </a:r>
          </a:p>
          <a:p>
            <a:pPr algn="l">
              <a:buFont typeface="Wingdings"/>
              <a:buChar char=""/>
            </a:pPr>
            <a:r>
              <a:rPr b="0" dirty="0" lang="en-US" sz="2200">
                <a:latin typeface="Otama ep"/>
              </a:rPr>
              <a:t>a right against searches and seizures without a warrant issued by a judgea right to privacy</a:t>
            </a:r>
          </a:p>
          <a:p>
            <a:pPr algn="l">
              <a:buFont typeface="Wingdings"/>
              <a:buChar char=""/>
            </a:pPr>
            <a:r>
              <a:rPr b="0" dirty="0" lang="en-US" sz="2200">
                <a:latin typeface="Otama ep"/>
              </a:rPr>
              <a:t>The right to freedom of speech and expression, freedom of the press, freedom of assembly, and the right to petition</a:t>
            </a:r>
          </a:p>
          <a:p>
            <a:pPr algn="l">
              <a:buFont typeface="Wingdings"/>
              <a:buChar char=""/>
            </a:pPr>
            <a:r>
              <a:rPr b="0" dirty="0" lang="en-US" sz="2200">
                <a:latin typeface="Otama ep"/>
              </a:rPr>
              <a:t>The free exercise of religion</a:t>
            </a:r>
          </a:p>
          <a:p>
            <a:pPr algn="l">
              <a:buFont typeface="Wingdings"/>
              <a:buChar char=""/>
            </a:pPr>
            <a:r>
              <a:rPr b="0" dirty="0" lang="en-US" sz="2200">
                <a:latin typeface="Otama ep"/>
              </a:rPr>
              <a:t>a right of abode and the right to travel</a:t>
            </a:r>
          </a:p>
          <a:p>
            <a:pPr algn="l">
              <a:buFont typeface="Wingdings"/>
              <a:buChar char=""/>
            </a:pPr>
            <a:r>
              <a:rPr b="0" dirty="0" lang="en-US" sz="2200">
                <a:latin typeface="Otama ep"/>
              </a:rPr>
              <a:t>a right to information on matters of public concern</a:t>
            </a:r>
          </a:p>
          <a:p>
            <a:pPr algn="l">
              <a:buFont typeface="Wingdings"/>
              <a:buChar char=""/>
            </a:pPr>
            <a:r>
              <a:rPr b="0" dirty="0" lang="en-US" sz="2200">
                <a:latin typeface="Otama ep"/>
              </a:rPr>
              <a:t>a right to form associations</a:t>
            </a:r>
          </a:p>
          <a:p>
            <a:pPr algn="l">
              <a:buFont typeface="Wingdings"/>
              <a:buChar char=""/>
            </a:pPr>
            <a:r>
              <a:rPr b="0" dirty="0" lang="en-US" sz="2200">
                <a:latin typeface="Otama ep"/>
              </a:rPr>
              <a:t>a right of free access to courts</a:t>
            </a:r>
            <a:endParaRPr b="0" dirty="0" lang="en-US" sz="2200">
              <a:latin typeface="Otama ep"/>
            </a:endParaRPr>
          </a:p>
        </p:txBody>
      </p:sp>
      <p:sp>
        <p:nvSpPr>
          <p:cNvPr id="3" name="">
            <a:extLst>
              <a:ext uri="{7BD5F243-023B-440E-8F8F-556D53030952}">
                <a16:creationId xmlns:a16="http://schemas.microsoft.com/office/drawing/2010/main" id="{87184354-B1F7-4711-B09A-0884B7CFFFA9}"/>
              </a:ext>
            </a:extLst>
          </p:cNvPr>
          <p:cNvSpPr/>
          <p:nvPr/>
        </p:nvSpPr>
        <p:spPr>
          <a:xfrm rot="0">
            <a:off x="4729164" y="1"/>
            <a:ext cx="4414837"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l">
              <a:buFont typeface="Wingdings"/>
              <a:buChar char=""/>
            </a:pPr>
            <a:r>
              <a:rPr b="0" dirty="0" lang="en-US" sz="2200">
                <a:latin typeface="Otama ep"/>
              </a:rPr>
              <a:t> the right to remain silent and to have competent legal counsel</a:t>
            </a:r>
          </a:p>
          <a:p>
            <a:pPr algn="l">
              <a:buFont typeface="Wingdings"/>
              <a:buChar char=""/>
            </a:pPr>
            <a:r>
              <a:rPr b="0" dirty="0" lang="en-US" sz="2200">
                <a:latin typeface="Otama ep"/>
              </a:rPr>
              <a:t>a right to bail and against excessive bail conditions</a:t>
            </a:r>
          </a:p>
          <a:p>
            <a:pPr algn="l">
              <a:buFont typeface="Wingdings"/>
              <a:buChar char=""/>
            </a:pPr>
            <a:r>
              <a:rPr b="0" dirty="0" lang="en-US" sz="2200">
                <a:latin typeface="Otama ep"/>
              </a:rPr>
              <a:t>a right to habeas corpusthe right to a speedy trial</a:t>
            </a:r>
          </a:p>
          <a:p>
            <a:pPr algn="l">
              <a:buFont typeface="Wingdings"/>
              <a:buChar char=""/>
            </a:pPr>
            <a:r>
              <a:rPr b="0" dirty="0" lang="en-US" sz="2200">
                <a:latin typeface="Otama ep"/>
              </a:rPr>
              <a:t>the right against self-incrimination</a:t>
            </a:r>
          </a:p>
          <a:p>
            <a:pPr algn="l">
              <a:buFont typeface="Wingdings"/>
              <a:buChar char=""/>
            </a:pPr>
            <a:r>
              <a:rPr b="0" dirty="0" lang="en-US" sz="2200">
                <a:latin typeface="Otama ep"/>
              </a:rPr>
              <a:t>the right to political beliefs and aspirations</a:t>
            </a:r>
          </a:p>
          <a:p>
            <a:pPr algn="l">
              <a:buFont typeface="Wingdings"/>
              <a:buChar char=""/>
            </a:pPr>
            <a:r>
              <a:rPr b="0" dirty="0" lang="en-US" sz="2200">
                <a:latin typeface="Otama ep"/>
              </a:rPr>
              <a:t>a prohibition against cruel, degrading, or inhuman punishment</a:t>
            </a:r>
          </a:p>
          <a:p>
            <a:pPr algn="l">
              <a:buFont typeface="Wingdings"/>
              <a:buChar char=""/>
            </a:pPr>
            <a:r>
              <a:rPr b="0" dirty="0" lang="en-US" sz="2200">
                <a:latin typeface="Otama ep"/>
              </a:rPr>
              <a:t>protection providing for no imprisonment for debt</a:t>
            </a:r>
          </a:p>
          <a:p>
            <a:pPr algn="l">
              <a:buFont typeface="Wingdings"/>
              <a:buChar char=""/>
            </a:pPr>
            <a:r>
              <a:rPr b="0" dirty="0" lang="en-US" sz="2200">
                <a:latin typeface="Otama ep"/>
              </a:rPr>
              <a:t>the right against double jeopardyprohibition of ex post facto laws and bills of attainder.</a:t>
            </a:r>
            <a:endParaRPr b="0" dirty="0" lang="en-US" sz="2200">
              <a:latin typeface="Otama ep"/>
            </a:endParaRPr>
          </a:p>
        </p:txBody>
      </p:sp>
    </p:spTree>
    <p:extLst>
      <p:ext uri="{299474CC-3AFF-4180-9D08-79B87318FDAB}">
        <p14:creationId xmlns:p14="http://schemas.microsoft.com/office/powerpoint/2010/main" val="1732852587607"/>
      </p:ext>
    </p:extLst>
    <p:custDataLst>
      <p:tags r:id="rId3"/>
    </p:custDataLst>
  </p:cSld>
  <p:clrMapOvr>
    <a:masterClrMapping/>
  </p:clrMapOvr>
</p:sld>
</file>

<file path=ppt/slides/slide1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C7D21EA7-BBA8-46F6-B7A1-5F3A2A182DA2}">
                <a16:creationId xmlns:a16="http://schemas.microsoft.com/office/drawing/2010/main" id="{99964F29-87FA-494E-A172-2B7F295FADE9}"/>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IV – Citizenship</a:t>
            </a:r>
          </a:p>
          <a:p>
            <a:pPr algn="ctr"/>
            <a:r>
              <a:rPr b="0" dirty="0" lang="en-US" sz="2200">
                <a:latin typeface="Otama ep"/>
              </a:rPr>
              <a:t/>
            </a:r>
          </a:p>
          <a:p>
            <a:pPr algn="ctr"/>
            <a:r>
              <a:rPr b="0" dirty="0" lang="en-US" sz="2200">
                <a:latin typeface="Otama ep"/>
              </a:rPr>
              <a:t>Article IV defines the citizenship of Filipinos. It enumerates two kinds of citizens: natural-born citizens and naturalized citizens. Natural-born citizens are those who are citizens from birth without having to perform any act to acquire or perfect Philippine citizenship. The Philippines follows a jus sanguinis system where citizenship is mainly acquired through a blood relationship with Filipino citizens.Natural-born citizenship forms an important part of the political system as only natural-born Filipinos are eligible to hold high offices, including all elective offices beginning with a representative in the House of Representatives up to the President.</a:t>
            </a:r>
            <a:endParaRPr b="0" dirty="0" lang="en-US" sz="2200">
              <a:latin typeface="Otama ep"/>
            </a:endParaRPr>
          </a:p>
        </p:txBody>
      </p:sp>
    </p:spTree>
    <p:extLst>
      <p:ext uri="{D3A887BD-A427-4555-9717-DFF74A90A659}">
        <p14:creationId xmlns:p14="http://schemas.microsoft.com/office/powerpoint/2010/main" val="1732852587608"/>
      </p:ext>
    </p:extLst>
    <p:custDataLst>
      <p:tags r:id="rId3"/>
    </p:custDataLst>
  </p:cSld>
  <p:clrMapOvr>
    <a:masterClrMapping/>
  </p:clrMapOvr>
</p:sld>
</file>

<file path=ppt/slides/slide1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2477678A-23A5-4B5F-82D6-248809DA18B3}">
                <a16:creationId xmlns:a16="http://schemas.microsoft.com/office/drawing/2010/main" id="{FF6826B4-B2E7-4758-A2A6-32CAE0F82B66}"/>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V – Suffrage </a:t>
            </a:r>
          </a:p>
          <a:p>
            <a:pPr algn="ctr"/>
            <a:r>
              <a:rPr b="0" dirty="0" lang="en-US" sz="2200">
                <a:latin typeface="Otama ep"/>
              </a:rPr>
              <a:t/>
            </a:r>
          </a:p>
          <a:p>
            <a:pPr algn="ctr"/>
            <a:r>
              <a:rPr b="0" dirty="0" lang="en-US" sz="2200">
                <a:latin typeface="Otama ep"/>
              </a:rPr>
              <a:t>Article V mandates various age and residence qualifications to vote and a system of secret ballots and absentee voting. It also mandates a procedure for overseas and disabled and illiterate Filipinos to vote.</a:t>
            </a:r>
          </a:p>
          <a:p>
            <a:pPr algn="ctr"/>
            <a:r>
              <a:rPr b="0" dirty="0" lang="en-US" sz="2200">
                <a:latin typeface="Otama ep"/>
              </a:rPr>
              <a:t/>
            </a:r>
            <a:endParaRPr b="0" dirty="0" lang="en-US" sz="2200">
              <a:latin typeface="Otama ep"/>
            </a:endParaRPr>
          </a:p>
        </p:txBody>
      </p:sp>
    </p:spTree>
    <p:extLst>
      <p:ext uri="{C4BF0324-EC3A-4CD5-9029-673C53319137}">
        <p14:creationId xmlns:p14="http://schemas.microsoft.com/office/powerpoint/2010/main" val="1732852587609"/>
      </p:ext>
    </p:extLst>
    <p:custDataLst>
      <p:tags r:id="rId3"/>
    </p:custDataLst>
  </p:cSld>
  <p:clrMapOvr>
    <a:masterClrMapping/>
  </p:clrMapOvr>
</p:sld>
</file>

<file path=ppt/slides/slide2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E821A673-B0D6-4A84-BBCC-4532FD458BF0}">
                <a16:creationId xmlns:a16="http://schemas.microsoft.com/office/drawing/2010/main" id="{C4EE69D7-9C0D-4984-946D-330FC60FD01E}"/>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VI – Legi</a:t>
            </a:r>
            <a:r>
              <a:rPr b="0" dirty="0" lang="en-US" sz="2200">
                <a:latin typeface="Otama ep"/>
              </a:rPr>
              <a:t>slative Department</a:t>
            </a:r>
          </a:p>
          <a:p>
            <a:pPr algn="ctr" lvl="0" marL="0" rtl="false">
              <a:defRPr b="0" dirty="0" lang="en-US" sz="1800">
                <a:solidFill>
                  <a:schemeClr val="tx1"/>
                </a:solidFill>
                <a:latin typeface="Open Sans"/>
              </a:defRPr>
            </a:pPr>
            <a:r>
              <a:rPr b="0" dirty="0" lang="en-US" sz="2200">
                <a:latin typeface="Otama ep"/>
              </a:rPr>
              <a:t/>
            </a:r>
          </a:p>
          <a:p>
            <a:pPr algn="ctr" lvl="0" marL="0" rtl="false">
              <a:defRPr b="0" dirty="0" lang="en-US" sz="1800">
                <a:solidFill>
                  <a:schemeClr val="tx1"/>
                </a:solidFill>
                <a:latin typeface="Open Sans"/>
              </a:defRPr>
            </a:pPr>
            <a:r>
              <a:rPr b="0" dirty="0" lang="en-US" sz="2200">
                <a:latin typeface="Otama ep"/>
              </a:rPr>
              <a:t>Article VI provides for a bicameral legislature called the Congress composed of the Senate and the House of Representatives. It vests upon Congress, among others, the power of investigation and inquiry in aid of legislation, the power to declare the existence of a state of war, the power of the purse, the power of taxation, and the power of eminent domain.</a:t>
            </a:r>
          </a:p>
          <a:p>
            <a:pPr algn="ctr"/>
            <a:r>
              <a:rPr b="0" dirty="0" lang="en-US" sz="2200">
                <a:latin typeface="Otama ep"/>
              </a:rPr>
              <a:t/>
            </a:r>
            <a:endParaRPr b="0" dirty="0" lang="en-US" sz="2200">
              <a:latin typeface="Otama ep"/>
            </a:endParaRPr>
          </a:p>
        </p:txBody>
      </p:sp>
    </p:spTree>
    <p:extLst>
      <p:ext uri="{658BC1FB-7C92-49FB-93EB-AFC6C6934C9C}">
        <p14:creationId xmlns:p14="http://schemas.microsoft.com/office/powerpoint/2010/main" val="1732852587611"/>
      </p:ext>
    </p:extLst>
    <p:custDataLst>
      <p:tags r:id="rId3"/>
    </p:custDataLst>
  </p:cSld>
  <p:clrMapOvr>
    <a:masterClrMapping/>
  </p:clrMapOvr>
</p:sld>
</file>

<file path=ppt/slides/slide2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8B22D4B0-8FD4-4D5E-B507-BBD95634749E}">
                <a16:creationId xmlns:a16="http://schemas.microsoft.com/office/drawing/2010/main" id="{E782BFC8-9CC1-43C1-9167-BED4E3DA6E1D}"/>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VII – Executive Department</a:t>
            </a:r>
          </a:p>
          <a:p>
            <a:pPr algn="ctr"/>
            <a:r>
              <a:rPr b="0" dirty="0" lang="en-US" sz="2200">
                <a:latin typeface="Otama ep"/>
              </a:rPr>
              <a:t/>
            </a:r>
          </a:p>
          <a:p>
            <a:pPr algn="ctr"/>
            <a:r>
              <a:rPr b="0" dirty="0" lang="en-US" sz="2200">
                <a:latin typeface="Otama ep"/>
              </a:rPr>
              <a:t>Article VII vests the executive power solely in the President.</a:t>
            </a:r>
          </a:p>
          <a:p>
            <a:pPr algn="ctr"/>
            <a:r>
              <a:rPr b="0" dirty="0" lang="en-US" sz="2200">
                <a:latin typeface="Otama ep"/>
              </a:rPr>
              <a:t/>
            </a:r>
          </a:p>
          <a:p>
            <a:pPr algn="ctr"/>
            <a:r>
              <a:rPr b="0" dirty="0" lang="en-US" sz="2200">
                <a:latin typeface="Otama ep"/>
              </a:rPr>
              <a:t>The President is elected directly for a single six-year term. Re-election is not allowed, except in the case where the President has not yet served for more than four years, in which they may be elected again for a full six-year term. This exception was utilized by Gloria Macapagal Arroyo during the 2004 presidential election, which she eventually won.</a:t>
            </a:r>
          </a:p>
          <a:p>
            <a:pPr algn="ctr"/>
            <a:r>
              <a:rPr b="0" dirty="0" lang="en-US" sz="2200">
                <a:latin typeface="Otama ep"/>
              </a:rPr>
              <a:t/>
            </a:r>
          </a:p>
          <a:p>
            <a:pPr algn="ctr"/>
            <a:r>
              <a:rPr b="0" dirty="0" lang="en-US" sz="2200">
                <a:latin typeface="Otama ep"/>
              </a:rPr>
              <a:t>The Constitution also establishes the position of Vice-President, who can serve for up to two consecutive six-year terms. The Vice-President may optionally be appointed as member of the Cabinet.</a:t>
            </a:r>
          </a:p>
          <a:p>
            <a:pPr algn="ctr"/>
            <a:r>
              <a:rPr b="0" dirty="0" lang="en-US" sz="2200">
                <a:latin typeface="Otama ep"/>
              </a:rPr>
              <a:t/>
            </a:r>
            <a:endParaRPr b="0" dirty="0" lang="en-US" sz="2200">
              <a:latin typeface="Otama ep"/>
            </a:endParaRPr>
          </a:p>
        </p:txBody>
      </p:sp>
    </p:spTree>
    <p:extLst>
      <p:ext uri="{130A0CC6-BA25-406C-B094-9B93BABC9F08}">
        <p14:creationId xmlns:p14="http://schemas.microsoft.com/office/powerpoint/2010/main" val="1732852587612"/>
      </p:ext>
    </p:extLst>
    <p:custDataLst>
      <p:tags r:id="rId3"/>
    </p:custDataLst>
  </p:cSld>
  <p:clrMapOvr>
    <a:masterClrMapping/>
  </p:clrMapOvr>
</p:sld>
</file>

<file path=ppt/slides/slide2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0E3FEFD1-D16D-43BE-AB9A-21E4F0E829D3}">
                <a16:creationId xmlns:a16="http://schemas.microsoft.com/office/drawing/2010/main" id="{6250694C-A107-47D1-89A4-F39DE1644B17}"/>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VIII – Judicial Government </a:t>
            </a:r>
          </a:p>
          <a:p>
            <a:pPr algn="ctr"/>
            <a:r>
              <a:rPr b="0" dirty="0" lang="en-US" sz="2200">
                <a:latin typeface="Otama ep"/>
              </a:rPr>
              <a:t/>
            </a:r>
          </a:p>
          <a:p>
            <a:pPr algn="ctr"/>
            <a:r>
              <a:rPr b="0" dirty="0" lang="en-US" sz="2200">
                <a:latin typeface="Otama ep"/>
              </a:rPr>
              <a:t>Article VIII vests the judicial power upon the Supreme Court and other lower courts as may be established by law (by Congress). While the power to appoint justices and judges still reside with the President, the President from a list of at least three nominees prepared by the Judicial and Bar Council for every vacancy, a body composed of the Chief Justice of the Supreme Court, the Secretary of Justice, the Chairs of the Senate and House Committees on Justice, and representatives from the legal profession.</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CB496188-6388-483A-9601-016221EF3F41}">
        <p14:creationId xmlns:p14="http://schemas.microsoft.com/office/powerpoint/2010/main" val="1732852587613"/>
      </p:ext>
    </p:extLst>
    <p:custDataLst>
      <p:tags r:id="rId3"/>
    </p:custDataLst>
  </p:cSld>
  <p:clrMapOvr>
    <a:masterClrMapping/>
  </p:clrMapOvr>
</p:sld>
</file>

<file path=ppt/slides/slide2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A116148F-CAD1-4E71-8418-338A4C0C440D}">
                <a16:creationId xmlns:a16="http://schemas.microsoft.com/office/drawing/2010/main" id="{C2AD91E4-2F1C-4D77-9219-AB8616B1B327}"/>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IX – Constitutional Commissions </a:t>
            </a:r>
          </a:p>
          <a:p>
            <a:pPr algn="ctr"/>
            <a:r>
              <a:rPr b="0" dirty="0" lang="en-US" sz="2200">
                <a:latin typeface="Otama ep"/>
              </a:rPr>
              <a:t/>
            </a:r>
          </a:p>
          <a:p>
            <a:pPr algn="ctr"/>
            <a:r>
              <a:rPr b="0" dirty="0" lang="en-US" sz="2200">
                <a:latin typeface="Otama ep"/>
              </a:rPr>
              <a:t>Article IX establishes three constitutional commissions, which are governmental bodies that are independent of the three main branches of government. These are the Civil Service Commission, the Commission on Elections, and the Commission on Audit.</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D38A27D0-7764-4FC1-BA08-28D29ED44D66}">
        <p14:creationId xmlns:p14="http://schemas.microsoft.com/office/powerpoint/2010/main" val="1732852587614"/>
      </p:ext>
    </p:extLst>
    <p:custDataLst>
      <p:tags r:id="rId3"/>
    </p:custDataLst>
  </p:cSld>
  <p:clrMapOvr>
    <a:masterClrMapping/>
  </p:clrMapOvr>
</p:sld>
</file>

<file path=ppt/slides/slide2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E82D459B-2977-4240-B43C-8D8294CAE524}">
                <a16:creationId xmlns:a16="http://schemas.microsoft.com/office/drawing/2010/main" id="{9E99ED82-30BC-4F03-B0FD-24F924DF8E01}"/>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X – Local Government</a:t>
            </a:r>
          </a:p>
          <a:p>
            <a:pPr algn="ctr"/>
            <a:r>
              <a:rPr b="0" dirty="0" lang="en-US" sz="2200">
                <a:latin typeface="Otama ep"/>
              </a:rPr>
              <a:t/>
            </a:r>
          </a:p>
          <a:p>
            <a:pPr algn="ctr"/>
            <a:r>
              <a:rPr b="0" dirty="0" lang="en-US" sz="2200">
                <a:latin typeface="Otama ep"/>
              </a:rPr>
              <a:t>Article X pursues for local autonomy and mandates Congress to enact a law for the local government, now currently the Local Government Code.</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F12B907F-8C7E-4EB9-B584-7D8F0FDC4A54}">
        <p14:creationId xmlns:p14="http://schemas.microsoft.com/office/powerpoint/2010/main" val="1732852587615"/>
      </p:ext>
    </p:extLst>
    <p:custDataLst>
      <p:tags r:id="rId3"/>
    </p:custDataLst>
  </p:cSld>
  <p:clrMapOvr>
    <a:masterClrMapping/>
  </p:clrMapOvr>
</p:sld>
</file>

<file path=ppt/slides/slide2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B20147B9-9278-43D5-B585-9813CCB8E571}">
                <a16:creationId xmlns:a16="http://schemas.microsoft.com/office/drawing/2010/main" id="{A8FCDD56-1ABF-402C-AA6D-2D13242A25AC}"/>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XI – Accountability of Public Officers</a:t>
            </a:r>
          </a:p>
          <a:p>
            <a:pPr algn="ctr"/>
            <a:r>
              <a:rPr b="0" dirty="0" lang="en-US" sz="2200">
                <a:latin typeface="Otama ep"/>
              </a:rPr>
              <a:t/>
            </a:r>
          </a:p>
          <a:p>
            <a:pPr algn="ctr"/>
            <a:r>
              <a:rPr b="0" dirty="0" lang="en-US" sz="2200">
                <a:latin typeface="Otama ep"/>
              </a:rPr>
              <a:t>Article XI establishes the Office of the Ombudsman which is responsible for investigating and prosecuting government officials. It also vests upon the Congress the power to impeach the President, the Vice President, members of the Supreme Court, and the Ombudsman.</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0FEF082D-89D8-4669-9EF5-8875D50771CE}">
        <p14:creationId xmlns:p14="http://schemas.microsoft.com/office/powerpoint/2010/main" val="1732852587616"/>
      </p:ext>
    </p:extLst>
    <p:custDataLst>
      <p:tags r:id="rId3"/>
    </p:custDataLst>
  </p:cSld>
  <p:clrMapOvr>
    <a:masterClrMapping/>
  </p:clrMapOvr>
</p:sld>
</file>

<file path=ppt/slides/slide2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BEC3F15C-6264-4404-83AC-E98C422A8D4A}">
                <a16:creationId xmlns:a16="http://schemas.microsoft.com/office/drawing/2010/main" id="{3B69F5DA-CAF4-4075-8B8E-BF9F649E2C3D}"/>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XII – National Economy and Patrimony</a:t>
            </a:r>
          </a:p>
          <a:p>
            <a:pPr algn="ctr"/>
            <a:r>
              <a:rPr b="0" dirty="0" lang="en-US" sz="2200">
                <a:latin typeface="Otama ep"/>
              </a:rPr>
              <a:t/>
            </a:r>
          </a:p>
          <a:p>
            <a:pPr algn="ctr"/>
            <a:r>
              <a:rPr b="0" dirty="0" lang="en-US" sz="2200">
                <a:latin typeface="Otama ep"/>
              </a:rPr>
              <a:t>Article XII lays down the goals and objectives of the Philippine government in terms of wealth distribution, division of goods and services and to offer job opportunities to elevate the lives of Filipino people. This section also provides important provisions such as:</a:t>
            </a:r>
          </a:p>
          <a:p>
            <a:pPr algn="ctr"/>
            <a:r>
              <a:rPr b="0" dirty="0" lang="en-US" sz="2200">
                <a:latin typeface="Otama ep"/>
              </a:rPr>
              <a:t/>
            </a:r>
          </a:p>
          <a:p>
            <a:pPr algn="l">
              <a:buFont typeface="Wingdings"/>
              <a:buChar char=""/>
            </a:pPr>
            <a:r>
              <a:rPr b="0" dirty="0" lang="en-US" sz="2200">
                <a:latin typeface="Otama ep"/>
              </a:rPr>
              <a:t>Promote effective industrialization and aim for a full employment of its people</a:t>
            </a:r>
          </a:p>
          <a:p>
            <a:pPr algn="l">
              <a:buFont typeface="Wingdings"/>
              <a:buChar char=""/>
            </a:pPr>
            <a:r>
              <a:rPr b="0" dirty="0" lang="en-US" sz="2200">
                <a:latin typeface="Otama ep"/>
              </a:rPr>
              <a:t>All natural resources within the Philippine territory shall be owned by the State</a:t>
            </a:r>
          </a:p>
          <a:p>
            <a:pPr algn="l">
              <a:buFont typeface="Wingdings"/>
              <a:buChar char=""/>
            </a:pPr>
            <a:r>
              <a:rPr b="0" dirty="0" lang="en-US" sz="2200">
                <a:latin typeface="Otama ep"/>
              </a:rPr>
              <a:t>Protect the rights of the indigenous cultural communities</a:t>
            </a:r>
          </a:p>
          <a:p>
            <a:pPr algn="l">
              <a:buFont typeface="Wingdings"/>
              <a:buChar char=""/>
            </a:pPr>
            <a:r>
              <a:rPr b="0" dirty="0" lang="en-US" sz="2200">
                <a:latin typeface="Otama ep"/>
              </a:rPr>
              <a:t>Businesses, organizations and other institutions shall be subject to the intervention of the State</a:t>
            </a:r>
            <a:endParaRPr b="0" dirty="0" lang="en-US" sz="2200">
              <a:latin typeface="Otama ep"/>
            </a:endParaRPr>
          </a:p>
        </p:txBody>
      </p:sp>
    </p:spTree>
    <p:extLst>
      <p:ext uri="{E4ED4DF7-68A9-4A89-8B99-1C1F09796E9B}">
        <p14:creationId xmlns:p14="http://schemas.microsoft.com/office/powerpoint/2010/main" val="1732852587618"/>
      </p:ext>
    </p:extLst>
    <p:custDataLst>
      <p:tags r:id="rId3"/>
    </p:custDataLst>
  </p:cSld>
  <p:clrMapOvr>
    <a:masterClrMapping/>
  </p:clrMapOvr>
</p:sld>
</file>

<file path=ppt/slides/slide2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1ED57221-1EC7-4A75-8538-330FCFC33D55}">
                <a16:creationId xmlns:a16="http://schemas.microsoft.com/office/drawing/2010/main" id="{8A162849-EF34-4E78-9C24-A5F2C4711F93}"/>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XIII – Social Justice and Human Rights</a:t>
            </a:r>
          </a:p>
          <a:p>
            <a:pPr algn="ctr"/>
            <a:r>
              <a:rPr b="0" dirty="0" lang="en-US" sz="2200">
                <a:latin typeface="Otama ep"/>
              </a:rPr>
              <a:t/>
            </a:r>
          </a:p>
          <a:p>
            <a:pPr algn="ctr"/>
            <a:r>
              <a:rPr b="0" dirty="0" lang="en-US" sz="2200">
                <a:latin typeface="Otama ep"/>
              </a:rPr>
              <a:t>Article XIII divulge the utmost responsibility of the Congress to give the highest priority in enactments of such measures which protects and enhances the rights of all the people to human dignity through affirming that present social, economic and political inequalities as well as cultural inequities among the elites and the poor shall be reduced or removed in order to secure equitable welfare and common good among Filipino people. It also establishes the role of the Commission on Human Rights which ensures appropriate legal measures for the protection of human rights of all the persons within the Philippines as well as Filipinos residing abroad. </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47DE273F-9731-44B2-A578-8170D462A990}">
        <p14:creationId xmlns:p14="http://schemas.microsoft.com/office/powerpoint/2010/main" val="1732852587619"/>
      </p:ext>
    </p:extLst>
    <p:custDataLst>
      <p:tags r:id="rId3"/>
    </p:custDataLst>
  </p:cSld>
  <p:clrMapOvr>
    <a:masterClrMapping/>
  </p:clrMapOvr>
</p:sld>
</file>

<file path=ppt/slides/slide2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C3A7252D-6AFA-4EB5-83AF-0C562C9B9E7C}">
                <a16:creationId xmlns:a16="http://schemas.microsoft.com/office/drawing/2010/main" id="{289F5320-6A95-4971-BCE2-E499E4726B58}"/>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
            </a:r>
          </a:p>
          <a:p>
            <a:pPr algn="ctr"/>
            <a:r>
              <a:rPr b="0" dirty="0" lang="en-US" sz="2200">
                <a:latin typeface="Otama ep"/>
              </a:rPr>
              <a:t/>
            </a:r>
          </a:p>
          <a:p>
            <a:pPr algn="ctr"/>
            <a:r>
              <a:rPr b="0" dirty="0" lang="en-US" sz="2200">
                <a:latin typeface="Otama ep"/>
              </a:rPr>
              <a:t>Article XIII – Social Justice and Human Rights (continuation)</a:t>
            </a:r>
          </a:p>
          <a:p>
            <a:pPr algn="ctr"/>
            <a:r>
              <a:rPr b="0" dirty="0" lang="en-US" sz="2200">
                <a:latin typeface="Otama ep"/>
              </a:rPr>
              <a:t/>
            </a:r>
          </a:p>
          <a:p>
            <a:pPr algn="l"/>
            <a:r>
              <a:rPr b="0" dirty="0" lang="en-US" sz="2200">
                <a:latin typeface="Otama ep"/>
              </a:rPr>
              <a:t>Moreover, this section also lays down salient provisions such as:</a:t>
            </a:r>
          </a:p>
          <a:p>
            <a:pPr algn="l"/>
            <a:r>
              <a:rPr b="0" dirty="0" lang="en-US" sz="2200">
                <a:latin typeface="Otama ep"/>
              </a:rPr>
              <a:t/>
            </a:r>
          </a:p>
          <a:p>
            <a:pPr algn="l">
              <a:buFont typeface="Arial"/>
              <a:buChar char="•"/>
            </a:pPr>
            <a:r>
              <a:rPr b="0" dirty="0" lang="en-US" sz="2000">
                <a:latin typeface="Otama ep"/>
              </a:rPr>
              <a:t>Protection of labor, be it local or overseas in order to promote full employment and equal opportunities for all.</a:t>
            </a:r>
          </a:p>
          <a:p>
            <a:pPr algn="l">
              <a:buFont typeface="Arial"/>
              <a:buChar char="•"/>
            </a:pPr>
            <a:r>
              <a:rPr b="0" dirty="0" lang="en-US" sz="2000">
                <a:latin typeface="Otama ep"/>
              </a:rPr>
              <a:t>Protection of the rights and giving of support to independent Filipino farmers and fishermen among local communities for the utilization of their resources without foreign intrusion, together with the provision and application of Agrarian and Natural Resources Reform for the development of the lives of the people.</a:t>
            </a:r>
          </a:p>
          <a:p>
            <a:pPr algn="l">
              <a:buFont typeface="Arial"/>
              <a:buChar char="•"/>
            </a:pPr>
            <a:r>
              <a:rPr b="0" dirty="0" lang="en-US" sz="2000">
                <a:latin typeface="Otama ep"/>
              </a:rPr>
              <a:t>Securing of the lives among the underprivileged citizens through Urban Land Reforms and Housing.</a:t>
            </a:r>
          </a:p>
          <a:p>
            <a:pPr algn="l">
              <a:buFont typeface="Arial"/>
              <a:buChar char="•"/>
            </a:pPr>
            <a:r>
              <a:rPr b="0" dirty="0" lang="en-US" sz="2000">
                <a:latin typeface="Otama ep"/>
              </a:rPr>
              <a:t>Adoption and integration of affordable and competent medical care and health services for the welfare of every Filipino people.</a:t>
            </a:r>
          </a:p>
          <a:p>
            <a:pPr algn="l">
              <a:buFont typeface="Arial"/>
              <a:buChar char="•"/>
            </a:pPr>
            <a:r>
              <a:rPr b="0" dirty="0" lang="en-US" sz="2000">
                <a:latin typeface="Otama ep"/>
              </a:rPr>
              <a:t>Recognition of the rights of women in workplace for the realization of their full potential in providing service to its nation.</a:t>
            </a:r>
          </a:p>
          <a:p>
            <a:pPr algn="l">
              <a:buFont typeface="Arial"/>
              <a:buChar char="•"/>
            </a:pPr>
            <a:r>
              <a:rPr b="0" dirty="0" lang="en-US" sz="2000">
                <a:latin typeface="Otama ep"/>
              </a:rPr>
              <a:t>Recognition of the role and the rights of people's organizations.</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65B25B36-0B60-4BAF-A0B3-32FC514EFE44}">
        <p14:creationId xmlns:p14="http://schemas.microsoft.com/office/powerpoint/2010/main" val="1732852587620"/>
      </p:ext>
    </p:extLst>
    <p:custDataLst>
      <p:tags r:id="rId3"/>
    </p:custDataLst>
  </p:cSld>
  <p:clrMapOvr>
    <a:masterClrMapping/>
  </p:clrMapOvr>
</p:sld>
</file>

<file path=ppt/slides/slide2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DA8D424B-DE3F-4AB7-ACEB-A93829BD2524}">
                <a16:creationId xmlns:a16="http://schemas.microsoft.com/office/drawing/2010/main" id="{079DCBB0-DDAD-442D-8422-5535E1D1840B}"/>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
            </a:r>
          </a:p>
          <a:p>
            <a:pPr algn="ctr"/>
            <a:r>
              <a:rPr b="0" dirty="0" lang="en-US" sz="2200">
                <a:latin typeface="Otama ep"/>
              </a:rPr>
              <a:t/>
            </a:r>
          </a:p>
          <a:p>
            <a:pPr algn="ctr"/>
            <a:r>
              <a:rPr b="0" dirty="0" lang="en-US" sz="2200">
                <a:latin typeface="Otama ep"/>
              </a:rPr>
              <a:t/>
            </a:r>
          </a:p>
          <a:p>
            <a:pPr algn="ctr"/>
            <a:r>
              <a:rPr b="0" dirty="0" lang="en-US" sz="2200">
                <a:latin typeface="Otama ep"/>
              </a:rPr>
              <a:t>Article XV – The Family</a:t>
            </a:r>
          </a:p>
          <a:p>
            <a:pPr algn="ctr"/>
            <a:r>
              <a:rPr b="0" dirty="0" lang="en-US" sz="2200">
                <a:latin typeface="Otama ep"/>
              </a:rPr>
              <a:t/>
            </a:r>
          </a:p>
          <a:p>
            <a:pPr algn="ctr"/>
            <a:r>
              <a:rPr b="0" dirty="0" lang="en-US" sz="2300">
                <a:latin typeface="Otama ep"/>
              </a:rPr>
              <a:t>Article XV establishes the recognition of the state on the Filipino family as the basic foundation of the nation as it shall reinforce and bolster its solidarity and steadily promote its development. Alongside with this, it also states important provisions such as:</a:t>
            </a:r>
          </a:p>
          <a:p>
            <a:pPr algn="l"/>
            <a:r>
              <a:rPr b="0" dirty="0" lang="en-US" sz="2300">
                <a:latin typeface="Otama ep"/>
              </a:rPr>
              <a:t/>
            </a:r>
          </a:p>
          <a:p>
            <a:pPr algn="l">
              <a:buFont typeface="Arial"/>
              <a:buChar char="•"/>
            </a:pPr>
            <a:r>
              <a:rPr b="0" dirty="0" lang="en-US" sz="2300">
                <a:latin typeface="Otama ep"/>
              </a:rPr>
              <a:t>Protection of marriage by the state as it is recognized as the foundation of the family and is an inviolable institution.</a:t>
            </a:r>
          </a:p>
          <a:p>
            <a:pPr algn="l">
              <a:buFont typeface="Arial"/>
              <a:buChar char="•"/>
            </a:pPr>
            <a:r>
              <a:rPr b="0" dirty="0" lang="en-US" sz="2300">
                <a:latin typeface="Otama ep"/>
              </a:rPr>
              <a:t>Provision of policies and programs subject to every Filipino family assuring the people's welfare and social security.</a:t>
            </a:r>
          </a:p>
          <a:p>
            <a:pPr algn="l">
              <a:buFont typeface="Arial"/>
              <a:buChar char="•"/>
            </a:pPr>
            <a:r>
              <a:rPr b="0" dirty="0" lang="en-US" sz="2300">
                <a:latin typeface="Otama ep"/>
              </a:rPr>
              <a:t>Protection of the rights of spouses with responsible parenthood to found a family in accordance with their religious convictions.</a:t>
            </a:r>
          </a:p>
          <a:p>
            <a:pPr algn="l">
              <a:buFont typeface="Arial"/>
              <a:buChar char="•"/>
            </a:pPr>
            <a:r>
              <a:rPr b="0" dirty="0" lang="en-US" sz="2300">
                <a:latin typeface="Otama ep"/>
              </a:rPr>
              <a:t>Recognition and protection of the rights of every Filipino child.</a:t>
            </a:r>
          </a:p>
          <a:p>
            <a:pPr algn="ctr"/>
            <a:r>
              <a:rPr b="0" dirty="0" lang="en-US" sz="2300">
                <a:latin typeface="Otama ep"/>
              </a:rPr>
              <a:t/>
            </a:r>
          </a:p>
          <a:p>
            <a:pPr algn="l"/>
            <a:r>
              <a:rPr b="0" dirty="0" lang="en-US" sz="2200">
                <a:latin typeface="Otama ep"/>
              </a:rPr>
              <a:t/>
            </a:r>
          </a:p>
          <a:p>
            <a:pPr algn="ctr"/>
            <a:r>
              <a:rPr b="0" dirty="0" lang="en-US" sz="2200">
                <a:latin typeface="Otama ep"/>
              </a:rPr>
              <a:t/>
            </a:r>
            <a:endParaRPr b="0" dirty="0" lang="en-US" sz="2200">
              <a:latin typeface="Otama ep"/>
            </a:endParaRPr>
          </a:p>
        </p:txBody>
      </p:sp>
    </p:spTree>
    <p:extLst>
      <p:ext uri="{C2154E04-E312-4934-BC2B-C2C99353C1DB}">
        <p14:creationId xmlns:p14="http://schemas.microsoft.com/office/powerpoint/2010/main" val="1732852587621"/>
      </p:ext>
    </p:extLst>
    <p:custDataLst>
      <p:tags r:id="rId3"/>
    </p:custDataLst>
  </p:cSld>
  <p:clrMapOvr>
    <a:masterClrMapping/>
  </p:clrMapOvr>
</p:sld>
</file>

<file path=ppt/slides/slide3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6A65787C-9BD5-4125-A6AE-AB58803FE77F}">
                <a16:creationId xmlns:a16="http://schemas.microsoft.com/office/drawing/2010/main" id="{63F22831-BFDA-4FCC-A788-0529D1E8C866}"/>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Article XVI – General Provisions</a:t>
            </a:r>
          </a:p>
          <a:p>
            <a:pPr algn="ctr"/>
            <a:r>
              <a:rPr b="0" dirty="0" lang="en-US" sz="2200">
                <a:latin typeface="Otama ep"/>
              </a:rPr>
              <a:t/>
            </a:r>
          </a:p>
          <a:p>
            <a:pPr algn="ctr"/>
            <a:r>
              <a:rPr b="0" dirty="0" lang="en-US" sz="2200">
                <a:latin typeface="Otama ep"/>
              </a:rPr>
              <a:t>Article XVI contains several general provisions, such as a general description of the national flag, the establishment of the Armed Forces of the Philippines and a police force (presently the Philippine National Police), the regulation of mass media and advertising industries, the doctrine of sovereign immunity, and others.</a:t>
            </a:r>
          </a:p>
          <a:p>
            <a:pPr algn="ctr"/>
            <a:r>
              <a:rPr b="0" dirty="0" lang="en-US" sz="2200">
                <a:latin typeface="Otama ep"/>
              </a:rPr>
              <a:t/>
            </a:r>
            <a:endParaRPr b="0" dirty="0" lang="en-US" sz="2200">
              <a:latin typeface="Otama ep"/>
            </a:endParaRPr>
          </a:p>
        </p:txBody>
      </p:sp>
    </p:spTree>
    <p:extLst>
      <p:ext uri="{BB80C8D7-3F3F-4770-B195-A5A5C865CE2F}">
        <p14:creationId xmlns:p14="http://schemas.microsoft.com/office/powerpoint/2010/main" val="1732852587623"/>
      </p:ext>
    </p:extLst>
    <p:custDataLst>
      <p:tags r:id="rId3"/>
    </p:custDataLst>
  </p:cSld>
  <p:clrMapOvr>
    <a:masterClrMapping/>
  </p:clrMapOvr>
</p:sld>
</file>

<file path=ppt/slides/slide3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D1B599BC-811F-4820-A48E-E8BB7BB2B421}">
                <a16:creationId xmlns:a16="http://schemas.microsoft.com/office/drawing/2010/main" id="{945DFED1-55BE-4DB9-9674-8A529DE5C34B}"/>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
            </a:r>
          </a:p>
          <a:p>
            <a:pPr algn="ctr"/>
            <a:r>
              <a:rPr b="0" dirty="0" lang="en-US" sz="2200">
                <a:latin typeface="Otama ep"/>
              </a:rPr>
              <a:t/>
            </a:r>
          </a:p>
          <a:p>
            <a:pPr algn="ctr"/>
            <a:r>
              <a:rPr b="0" dirty="0" lang="en-US" sz="2200">
                <a:latin typeface="Otama ep"/>
              </a:rPr>
              <a:t>Article XVIII – Transitory Provisions</a:t>
            </a:r>
          </a:p>
          <a:p>
            <a:pPr algn="ctr"/>
            <a:r>
              <a:rPr b="0" dirty="0" lang="en-US" sz="2200">
                <a:latin typeface="Otama ep"/>
              </a:rPr>
              <a:t/>
            </a:r>
          </a:p>
          <a:p>
            <a:pPr algn="ctr"/>
            <a:r>
              <a:rPr b="0" dirty="0" lang="en-US" sz="2200">
                <a:latin typeface="Otama ep"/>
              </a:rPr>
              <a:t>Article XVIII establishes provisions to allow a clean transition from the preceding provisional constitution to the new Constitution. This includes provisions for directing the elections of the first members of the new Congress and of the President and the Vice President, specifying the current courts and the term limits of judges, specifying the initial salary for key members of government, mandating the newly elected Congress to pass laws to fulfill obligations set by these transitory provisions, and defining grace periods and limitations for previous treaties, laws, orders, and other instruments. This article also establishes that the new Constitution will take effect when ratified by a majority of votes in a plebiscite.</a:t>
            </a:r>
          </a:p>
          <a:p>
            <a:pPr algn="ctr"/>
            <a:r>
              <a:rPr b="0" dirty="0" lang="en-US" sz="2200">
                <a:latin typeface="Otama ep"/>
              </a:rPr>
              <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B9B3EAB7-65AE-4B4A-BC9E-6120D767258B}">
        <p14:creationId xmlns:p14="http://schemas.microsoft.com/office/powerpoint/2010/main" val="1732852587624"/>
      </p:ext>
    </p:extLst>
    <p:custDataLst>
      <p:tags r:id="rId3"/>
    </p:custDataLst>
  </p:cSld>
  <p:clrMapOvr>
    <a:masterClrMapping/>
  </p:clrMapOvr>
</p:sld>
</file>

<file path=ppt/slides/slide3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E8B692DC-2E51-4034-BC76-2CB44FA78F84}">
                <a16:creationId xmlns:a16="http://schemas.microsoft.com/office/drawing/2010/main" id="{2F50AF94-3AFD-42DD-9BA1-3CB2B3818A97}"/>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
            </a:r>
          </a:p>
          <a:p>
            <a:pPr algn="ctr"/>
            <a:r>
              <a:rPr b="0" dirty="0" lang="en-US" sz="2200">
                <a:latin typeface="Otama ep"/>
              </a:rPr>
              <a:t/>
            </a:r>
          </a:p>
          <a:p>
            <a:pPr algn="ctr"/>
            <a:r>
              <a:rPr b="0" dirty="0" lang="en-US" sz="2200">
                <a:latin typeface="Otama ep"/>
              </a:rPr>
              <a:t/>
            </a:r>
          </a:p>
          <a:p>
            <a:pPr algn="ctr"/>
            <a:r>
              <a:rPr b="0" dirty="0" lang="en-US" sz="2200">
                <a:latin typeface="Otama ep"/>
              </a:rPr>
              <a:t>Other provisions</a:t>
            </a:r>
          </a:p>
          <a:p>
            <a:pPr algn="ctr"/>
            <a:r>
              <a:rPr b="0" dirty="0" lang="en-US" sz="2200">
                <a:latin typeface="Otama ep"/>
              </a:rPr>
              <a:t/>
            </a:r>
          </a:p>
          <a:p>
            <a:pPr algn="ctr"/>
            <a:r>
              <a:rPr b="0" dirty="0" lang="en-US" sz="2200">
                <a:latin typeface="Otama ep"/>
              </a:rPr>
              <a:t>The Constitution also contains several other provisions enumerating various state policies including, i.e., the affirmation of labor "as a primary social economic force" (Section 14, Article II); the equal protection of "the life of the mother and the life of the unborn from conception" (Section 12, Article II); the "Filipino family as the foundation of the nation" (Article XV, Section 1); the recognition of Filipino as "the national language of the Philippines" (Section 6, Article XIV), and even a requirement that "all educational institutions shall undertake regular sports activities throughout the country in cooperation with athletic clubs and other sectors." (Section 19.1, Article XIV) Whether these provisions may, by themselves, be the source of enforceable rights without accompanying legislation has been the subject of considerable debate in the legal sphere and within the Supreme Court.</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684C0C6C-7DFA-4753-9FD2-EDDCBF32B2B0}">
        <p14:creationId xmlns:p14="http://schemas.microsoft.com/office/powerpoint/2010/main" val="1732852587625"/>
      </p:ext>
    </p:extLst>
    <p:custDataLst>
      <p:tags r:id="rId3"/>
    </p:custDataLst>
  </p:cSld>
  <p:clrMapOvr>
    <a:masterClrMapping/>
  </p:clrMapOvr>
</p:sld>
</file>

<file path=ppt/slides/slide3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
            <a:extLst>
              <a:ext uri="{9DA8FB37-569B-45FF-803A-BC9B09F58C77}">
                <a16:creationId xmlns:a16="http://schemas.microsoft.com/office/drawing/2010/main" id="{F90133F9-4DD7-4BEE-B112-894E8B7F5937}"/>
              </a:ext>
            </a:extLst>
          </p:cNvPr>
          <p:cNvSpPr/>
          <p:nvPr/>
        </p:nvSpPr>
        <p:spPr>
          <a:xfrm rot="0">
            <a:off x="0" y="1"/>
            <a:ext cx="9144000" cy="5143499"/>
          </a:xfrm>
          <a:prstGeom prst="rect">
            <a:avLst/>
          </a:prstGeom>
          <a:blipFill dpi="0" rotWithShape="1">
            <a:blip r:embed="rId2"/>
            <a:stretch>
              <a:fillRect/>
            </a:stretch>
          </a:blipFill>
          <a:effectLst/>
        </p:spPr>
        <p:style>
          <a:lnRef idx="1">
            <a:schemeClr val="accent1">
              <a:shade val="50000"/>
            </a:schemeClr>
          </a:lnRef>
          <a:fillRef idx="1">
            <a:schemeClr val="accent1"/>
          </a:fillRef>
          <a:effectRef idx="0">
            <a:schemeClr val="accent1"/>
          </a:effectRef>
          <a:fontRef idx="minor">
            <a:srgbClr val="ffffff"/>
          </a:fontRef>
        </p:style>
        <p:txBody>
          <a:bodyPr anchor="ctr" rtlCol="0"/>
          <a:lstStyle/>
          <a:p>
            <a:pPr algn="ctr"/>
            <a:r>
              <a:rPr b="0" dirty="0" lang="en-US" sz="2200">
                <a:latin typeface="Otama ep"/>
              </a:rPr>
              <a:t/>
            </a:r>
          </a:p>
          <a:p>
            <a:pPr algn="ctr"/>
            <a:r>
              <a:rPr b="0" dirty="0" lang="en-US" sz="2200">
                <a:latin typeface="Otama ep"/>
              </a:rPr>
              <a:t/>
            </a:r>
          </a:p>
          <a:p>
            <a:pPr algn="ctr"/>
            <a:r>
              <a:rPr b="0" dirty="0" lang="en-US" sz="2200">
                <a:latin typeface="Otama ep"/>
              </a:rPr>
              <a:t/>
            </a:r>
          </a:p>
          <a:p>
            <a:pPr algn="ctr"/>
            <a:r>
              <a:rPr b="0" dirty="0" lang="en-US" sz="2200">
                <a:latin typeface="Otama ep"/>
              </a:rPr>
              <a:t>Other provisions</a:t>
            </a:r>
          </a:p>
          <a:p>
            <a:pPr algn="ctr"/>
            <a:r>
              <a:rPr b="0" dirty="0" lang="en-US" sz="2200">
                <a:latin typeface="Otama ep"/>
              </a:rPr>
              <a:t/>
            </a:r>
          </a:p>
          <a:p>
            <a:pPr algn="ctr"/>
            <a:r>
              <a:rPr b="0" dirty="0" lang="en-US" sz="2200">
                <a:latin typeface="Otama ep"/>
              </a:rPr>
              <a:t>The Court, for example, has ruled that a provision requiring that the State "guarantee equal access to opportunities to public service" could not be enforced without accompanying legislation, and thus could not bar the disallowance of so-called "nuisance candidates" in presidential elections. But in another case, the Court held that a provision requiring that the State "protect and advance the right of the people to a balanced and healthful ecology" did not require implementing legislation to become the source of operative rights.</a:t>
            </a:r>
          </a:p>
          <a:p>
            <a:pPr algn="ctr"/>
            <a:r>
              <a:rPr b="0" dirty="0" lang="en-US" sz="2200">
                <a:latin typeface="Otama ep"/>
              </a:rPr>
              <a:t/>
            </a:r>
          </a:p>
          <a:p>
            <a:pPr algn="ctr"/>
            <a:r>
              <a:rPr b="0" dirty="0" lang="en-US" sz="2200">
                <a:latin typeface="Otama ep"/>
              </a:rPr>
              <a:t/>
            </a:r>
          </a:p>
          <a:p>
            <a:pPr algn="ctr"/>
            <a:r>
              <a:rPr b="0" dirty="0" lang="en-US" sz="2200">
                <a:latin typeface="Otama ep"/>
              </a:rPr>
              <a:t/>
            </a:r>
            <a:endParaRPr b="0" dirty="0" lang="en-US" sz="2200">
              <a:latin typeface="Otama ep"/>
            </a:endParaRPr>
          </a:p>
        </p:txBody>
      </p:sp>
    </p:spTree>
    <p:extLst>
      <p:ext uri="{0C37801C-93DB-42E3-B1E2-90FE3F7ACEC0}">
        <p14:creationId xmlns:p14="http://schemas.microsoft.com/office/powerpoint/2010/main" val="1732852587626"/>
      </p:ext>
    </p:extLst>
    <p:custDataLst>
      <p:tags r:id="rId3"/>
    </p:custDataLst>
  </p:cSld>
  <p:clrMapOvr>
    <a:masterClrMapping/>
  </p:clrMapOvr>
</p:sld>
</file>

<file path=ppt/tags/tag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threePicAndTx"/>
</p:tagLst>
</file>

<file path=ppt/tags/tag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fourPic"/>
</p:tagLst>
</file>

<file path=ppt/tags/tag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6.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744425"/>
</p:tagLst>
</file>

<file path=ppt/tags/tag7.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158066"/>
</p:tagLst>
</file>

<file path=ppt/tags/tag8.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2844245"/>
</p:tagLst>
</file>

<file path=ppt/tags/tag9.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4892046"/>
</p:tagLst>
</file>

<file path=ppt/tags/tag10.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4892046"/>
</p:tagLst>
</file>

<file path=ppt/tags/tag1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4892046"/>
</p:tagLst>
</file>

<file path=ppt/tags/tag1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0.8104568"/>
</p:tagLst>
</file>

<file path=ppt/tags/tag1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22915472,0.8104568"/>
</p:tagLst>
</file>

<file path=ppt/tags/tag1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1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atternRotate" val="0"/>
  <p:tag name="patternFill" val="{&#10;  &quot;foreground&quot;: [{&#10;    &quot;dim&quot;: {&#10;      &quot;width&quot;: 24.0,&#10;      &quot;height&quot;: 18.0&#10;    },&#10;    &quot;fill&quot;: {&#10;      &quot;type&quot;: &quot;SOLID&quot;,&#10;      &quot;solid&quot;: {&#10;        &quot;color&quot;: {&#10;          &quot;type&quot;: &quot;A1&quot;,&#10;          &quot;tweaks&quot;: {&#10;            &quot;hsl&quot;: {&#10;              &quot;luminance&quot;: [{&#10;                &quot;mode&quot;: &quot;MODIFY&quot;,&#10;                &quot;value&quot;: 0.2&#10;              }]&#10;            }&#10;          }&#10;        }&#10;      }&#10;    },&#10;    &quot;geom&quot;: {&#10;      &quot;type&quot;: &quot;CUSTOM&quot;,&#10;      &quot;custom&quot;: {&#10;        &quot;pathList&quot;: [{&#10;          &quot;width&quot;: 24.0,&#10;          &quot;height&quot;: 18.0,&#10;          &quot;path&quot;: [{&#10;            &quot;type&quot;: &quot;M&quot;,&#10;            &quot;m&quot;: {&#10;              &quot;x&quot;: 0.5,&#10;              &quot;y&quot;: 18.0&#10;            }&#10;          }, {&#10;            &quot;type&quot;: &quot;L&quot;,&#10;            &quot;l&quot;: {&#10;              &quot;x&quot;: 0.0,&#10;              &quot;y&quot;: 18.0&#10;            }&#10;          }, {&#10;            &quot;type&quot;: &quot;L&quot;,&#10;            &quot;l&quot;: {&#10;              &quot;x&quot;: 0.0,&#10;              &quot;y&quot;: 5.0&#10;            }&#10;          }, {&#10;            &quot;type&quot;: &quot;L&quot;,&#10;            &quot;l&quot;: {&#10;              &quot;x&quot;: 0.5,&#10;              &quot;y&quot;: 5.0&#10;            }&#10;          }, {&#10;            &quot;type&quot;: &quot;L&quot;,&#10;            &quot;l&quot;: {&#10;              &quot;x&quot;: 0.5,&#10;              &quot;y&quot;: 18.0&#10;            }&#10;          }, {&#10;            &quot;type&quot;: &quot;M&quot;,&#10;            &quot;m&quot;: {&#10;              &quot;x&quot;: 24.0,&#10;              &quot;y&quot;: 5.0&#10;            }&#10;          }, {&#10;            &quot;type&quot;: &quot;L&quot;,&#10;            &quot;l&quot;: {&#10;              &quot;x&quot;: 23.5,&#10;              &quot;y&quot;: 5.0&#10;            }&#10;          }, {&#10;            &quot;type&quot;: &quot;L&quot;,&#10;            &quot;l&quot;: {&#10;              &quot;x&quot;: 23.5,&#10;              &quot;y&quot;: 18.0&#10;            }&#10;          }, {&#10;            &quot;type&quot;: &quot;L&quot;,&#10;            &quot;l&quot;: {&#10;              &quot;x&quot;: 24.0,&#10;              &quot;y&quot;: 18.0&#10;            }&#10;          }, {&#10;            &quot;type&quot;: &quot;L&quot;,&#10;            &quot;l&quot;: {&#10;              &quot;x&quot;: 24.0,&#10;              &quot;y&quot;: 5.0&#10;            }&#10;          }, {&#10;            &quot;type&quot;: &quot;L&quot;,&#10;            &quot;l&quot;: {&#10;              &quot;x&quot;: 0.5,&#10;              &quot;y&quot;: 18.0&#10;            }&#10;          }, {&#10;            &quot;type&quot;: &quot;M&quot;,&#10;            &quot;m&quot;: {&#10;              &quot;x&quot;: 13.0,&#10;              &quot;y&quot;: 17.0&#10;            }&#10;          }, {&#10;            &quot;type&quot;: &quot;L&quot;,&#10;            &quot;l&quot;: {&#10;              &quot;x&quot;: 12.0,&#10;              &quot;y&quot;: 17.0&#10;            }&#10;          }, {&#10;            &quot;type&quot;: &quot;L&quot;,&#10;            &quot;l&quot;: {&#10;              &quot;x&quot;: 12.0,&#10;              &quot;y&quot;: 24.0&#10;            }&#10;          }, {&#10;            &quot;type&quot;: &quot;L&quot;,&#10;            &quot;l&quot;: {&#10;              &quot;x&quot;: 13.0,&#10;              &quot;y&quot;: 24.0&#10;            }&#10;          }, {&#10;            &quot;type&quot;: &quot;L&quot;,&#10;            &quot;l&quot;: {&#10;              &quot;x&quot;: 13.0,&#10;              &quot;y&quot;: 17.0&#10;            }&#10;          }, {&#10;            &quot;type&quot;: &quot;L&quot;,&#10;            &quot;l&quot;: {&#10;              &quot;x&quot;: 0.5,&#10;              &quot;y&quot;: 18.0&#10;            }&#10;          }, {&#10;            &quot;type&quot;: &quot;M&quot;,&#10;            &quot;m&quot;: {&#10;              &quot;x&quot;: 13.0,&#10;              &quot;y&quot;: 0.0&#10;            }&#10;          }, {&#10;            &quot;type&quot;: &quot;L&quot;,&#10;            &quot;l&quot;: {&#10;              &quot;x&quot;: 12.0,&#10;              &quot;y&quot;: 0.0&#10;            }&#10;          }, {&#10;            &quot;type&quot;: &quot;L&quot;,&#10;            &quot;l&quot;: {&#10;              &quot;x&quot;: 12.0,&#10;              &quot;y&quot;: 6.0&#10;            }&#10;          }, {&#10;            &quot;type&quot;: &quot;L&quot;,&#10;            &quot;l&quot;: {&#10;              &quot;x&quot;: 13.0,&#10;              &quot;y&quot;: 6.0&#10;            }&#10;          }, {&#10;            &quot;type&quot;: &quot;L&quot;,&#10;            &quot;l&quot;: {&#10;              &quot;x&quot;: 13.0,&#10;              &quot;y&quot;: 0.0&#10;            }&#10;          }, {&#10;            &quot;type&quot;: &quot;L&quot;,&#10;            &quot;l&quot;: {&#10;              &quot;x&quot;: 0.5,&#10;              &quot;y&quot;: 18.0&#10;            }&#10;          }, {&#10;            &quot;type&quot;: &quot;M&quot;,&#10;            &quot;m&quot;: {&#10;              &quot;x&quot;: 19.0,&#10;              &quot;y&quot;: 11.0&#10;            }&#10;          }, {&#10;            &quot;type&quot;: &quot;L&quot;,&#10;            &quot;l&quot;: {&#10;              &quot;x&quot;: 6.0,&#10;              &quot;y&quot;: 11.0&#10;            }&#10;          }, {&#10;            &quot;type&quot;: &quot;L&quot;,&#10;            &quot;l&quot;: {&#10;              &quot;x&quot;: 6.0,&#10;              &quot;y&quot;: 12.0&#10;            }&#10;          }, {&#10;            &quot;type&quot;: &quot;L&quot;,&#10;            &quot;l&quot;: {&#10;              &quot;x&quot;: 19.0,&#10;              &quot;y&quot;: 12.0&#10;            }&#10;          }, {&#10;            &quot;type&quot;: &quot;L&quot;,&#10;            &quot;l&quot;: {&#10;              &quot;x&quot;: 19.0,&#10;              &quot;y&quot;: 11.0&#10;            }&#10;          }, {&#10;            &quot;type&quot;: &quot;L&quot;,&#10;            &quot;l&quot;: {&#10;              &quot;x&quot;: 0.5,&#10;              &quot;y&quot;: 18.0&#10;            }&#10;          }]&#10;        }]&#10;      }&#10;    }&#10;  }],&#10;  &quot;background&quot;: {&#10;    &quot;type&quot;: &quot;SOLID&quot;,&#10;    &quot;solid&quot;: {&#10;      &quot;color&quot;: {&#10;        &quot;type&quot;: &quot;TX2&quot;,&#10;        &quot;tweaks&quot;: {&#10;          &quot;hsl&quot;: {&#10;            &quot;luminance&quot;: [{&#10;              &quot;mode&quot;: &quot;MODIFY&quot;,&#10;              &quot;value&quot;: 0.8&#10;            }, {&#10;              &quot;mode&quot;: &quot;OFFSET&quot;,&#10;              &quot;value&quot;: 0.2&#10;            }]&#10;          }&#10;        }&#10;      }&#10;    }&#10;  },&#10;  &quot;distance&quot;: {&#10;    &quot;left&quot;: 24.0,&#10;    &quot;top&quot;: 18.0&#10;  },&#10;  &quot;preset&quot;: &quot;PRESET15&quot;,&#10;  &quot;rotate&quot;: 0&#10;}"/>
</p:tagLst>
</file>

<file path=ppt/tags/tag16.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17.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file>

<file path=ppt/tags/tag18.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19.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atternRotate" val="0"/>
  <p:tag name="patternFill" val="{&#10;  &quot;foreground&quot;: [{&#10;    &quot;dim&quot;: {&#10;      &quot;width&quot;: 5.0,&#10;      &quot;height&quot;: 5.0&#10;    },&#10;    &quot;fill&quot;: {&#10;      &quot;type&quot;: &quot;SOLID&quot;,&#10;      &quot;solid&quot;: {&#10;        &quot;color&quot;: {&#10;          &quot;type&quot;: &quot;TX1&quot;&#10;        }&#10;      }&#10;    },&#10;    &quot;stroke&quot;: {&#10;      &quot;type&quot;: &quot;SOLID&quot;,&#10;      &quot;width&quot;: 1.0&#10;    },&#10;    &quot;geom&quot;: {&#10;      &quot;type&quot;: &quot;PRESET&quot;,&#10;      &quot;preset&quot;: {&#10;        &quot;type&quot;: &quot;LINE&quot;&#10;      }&#10;    }&#10;  }],&#10;  &quot;background&quot;: {&#10;    &quot;type&quot;: &quot;SOLID&quot;,&#10;    &quot;solid&quot;: {&#10;      &quot;color&quot;: {&#10;        &quot;type&quot;: &quot;A2&quot;&#10;      }&#10;    }&#10;  },&#10;  &quot;distance&quot;: {&#10;    &quot;left&quot;: 6.0,&#10;    &quot;top&quot;: 12.0&#10;  },&#10;  &quot;preset&quot;: &quot;dashDnDiag&quot;,&#10;  &quot;rotate&quot;: 0&#10;}"/>
</p:tagLst>
</file>

<file path=ppt/tags/tag20.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6.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7.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8.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29.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0.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6.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7.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8.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39.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0.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ags/tag4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ocks:noModify" val="true"/>
  <p:tag name="lockers" val="prop: MODIFY&#10;locker: &quot;85e2ca2ede4c710094c54f868e6476c0&quot;&#10;"/>
</p:tagLst>
</file>

<file path=ppt/theme/_rels/theme1.xml.rels><?xml version="1.0" encoding="UTF-8" standalone="no"?><Relationships xmlns="http://schemas.openxmlformats.org/package/2006/relationships"><Relationship Id="rId1" Target="../media/image1.jpeg" Type="http://schemas.openxmlformats.org/officeDocument/2006/relationships/image"/></Relationships>
</file>

<file path=ppt/theme/_rels/theme2.xml.rels><?xml version="1.0" encoding="UTF-8" standalone="no"?><Relationships xmlns="http://schemas.openxmlformats.org/package/2006/relationships"><Relationship Id="rId1" Target="../media/image1.jpeg" Type="http://schemas.openxmlformats.org/officeDocument/2006/relationships/image"/></Relationships>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Whitepaper">
      <a:dk1>
        <a:srgbClr val="000000"/>
      </a:dk1>
      <a:lt1>
        <a:srgbClr val="ffffff"/>
      </a:lt1>
      <a:dk2>
        <a:srgbClr val="171c23"/>
      </a:dk2>
      <a:lt2>
        <a:srgbClr val="f7fcfc"/>
      </a:lt2>
      <a:accent1>
        <a:srgbClr val="42c3c9"/>
      </a:accent1>
      <a:accent2>
        <a:srgbClr val="ffc94a"/>
      </a:accent2>
      <a:accent3>
        <a:srgbClr val="f2494b"/>
      </a:accent3>
      <a:accent4>
        <a:srgbClr val="ff7b43"/>
      </a:accent4>
      <a:accent5>
        <a:srgbClr val="775e9e"/>
      </a:accent5>
      <a:accent6>
        <a:srgbClr val="c1408a"/>
      </a:accent6>
      <a:hlink>
        <a:srgbClr val="2d83d8"/>
      </a:hlink>
      <a:folHlink>
        <a:srgbClr val="c1408a"/>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2024-11-04T02:09:24Z</dcterms:created>
  <dcterms:modified xsi:type="dcterms:W3CDTF">2024-11-28T19:55:10Z</dcterms:modified>
</cp:coreProperties>
</file>